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phrandrade.com/pt-br/resource/engenharia-de-computa%C3%A7%C3%A3o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phrandrade.com/pt-br/resource/engenharia-de-computa%C3%A7%C3%A3o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phrandrade.com/pt-br/resource/engenharia-de-computa%C3%A7%C3%A3o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hyperlink" Target="https://www.phrandrade.com/pt-br/resource/engenharia-de-computa%C3%A7%C3%A3o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DCB437"/>
                </a:solidFill>
                <a:latin typeface="Arial"/>
                <a:hlinkClick r:id="rId3"/>
              </a:rPr>
              <a:t>NOME DA DISCIPLINA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  <a:latin typeface="Arial"/>
              </a:rPr>
              <a:t>Título do Trabalho Acadêmico</a:t>
            </a:r>
          </a:p>
          <a:p>
            <a:pPr algn="ctr">
              <a:spcBef>
                <a:spcPts val="600"/>
              </a:spcBef>
            </a:pPr>
            <a:r>
              <a:rPr sz="1600">
                <a:solidFill>
                  <a:srgbClr val="F0F0F0"/>
                </a:solidFill>
                <a:latin typeface="Arial"/>
              </a:rPr>
              <a:t>Subtítulo Descritivo e Objetivos Centrais do Seminário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2895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>
                <a:solidFill>
                  <a:srgbClr val="F0F0F0"/>
                </a:solidFill>
                <a:latin typeface="Arial"/>
              </a:rPr>
              <a:t>Pedro Henrique Rocha de Andrade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F0F0F0"/>
                </a:solidFill>
                <a:latin typeface="Arial"/>
              </a:rPr>
              <a:t>Ana Cecília Soja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F0F0F0"/>
                </a:solidFill>
                <a:latin typeface="Arial"/>
              </a:rPr>
              <a:t>Maria Luiza Dantas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F0F0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DCB437"/>
                </a:solidFill>
                <a:latin typeface="Arial"/>
              </a:rPr>
              <a:t>28 de Agosto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u="none">
                <a:solidFill>
                  <a:srgbClr val="F0F0F0"/>
                </a:solidFill>
                <a:latin typeface="Arial"/>
              </a:rPr>
              <a:t>Nome da Disciplina</a:t>
            </a:r>
            <a:r>
              <a:rPr sz="1800">
                <a:solidFill>
                  <a:srgbClr val="B4B4B4"/>
                </a:solidFill>
                <a:latin typeface="Arial"/>
              </a:rPr>
              <a:t>  |  </a:t>
            </a:r>
            <a:r>
              <a:rPr sz="1800" b="1" u="none">
                <a:solidFill>
                  <a:srgbClr val="DCB437"/>
                </a:solidFill>
                <a:latin typeface="Arial"/>
              </a:rPr>
              <a:t>Seminário | Tópico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u="none">
                <a:solidFill>
                  <a:srgbClr val="F0F0F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0F0F0"/>
                </a:solidFill>
                <a:latin typeface="Arial"/>
              </a:rPr>
              <a:t>Título do Trabalho Acadêmico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F0F0F0"/>
                </a:solidFill>
                <a:latin typeface="Arial"/>
              </a:rPr>
              <a:t>2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1.  Introdução &amp; Contextualização do Tema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2.  Metodologia &amp; Etapas de Desenvolvimento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3.  Resultados Obtidos &amp; Análise Crítica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4.  Conclusões Finais &amp; Trabalhos Futuros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Introdução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u="none">
                <a:solidFill>
                  <a:srgbClr val="F0F0F0"/>
                </a:solidFill>
                <a:latin typeface="Arial"/>
              </a:rPr>
              <a:t>Nome da Disciplina</a:t>
            </a:r>
            <a:r>
              <a:rPr sz="1800">
                <a:solidFill>
                  <a:srgbClr val="B4B4B4"/>
                </a:solidFill>
                <a:latin typeface="Arial"/>
              </a:rPr>
              <a:t>  |  </a:t>
            </a:r>
            <a:r>
              <a:rPr sz="1800" b="1" u="none">
                <a:solidFill>
                  <a:srgbClr val="DCB437"/>
                </a:solidFill>
                <a:latin typeface="Arial"/>
              </a:rPr>
              <a:t>Seminário | Tópico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Contextualização e Problemática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u="none">
                <a:solidFill>
                  <a:srgbClr val="F0F0F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0F0F0"/>
                </a:solidFill>
                <a:latin typeface="Arial"/>
              </a:rPr>
              <a:t>Título do Trabalho Acadêmico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F0F0F0"/>
                </a:solidFill>
                <a:latin typeface="Arial"/>
              </a:rPr>
              <a:t>3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Contexto do Tema: Apresentação dos conceitos fundamentais estudados na disciplina.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O Problema Abordado: Desafios práticos e teóricos encontrados no desenvolvimento do trabalho.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F0F0F0"/>
                </a:solidFill>
                <a:latin typeface="Arial"/>
              </a:defRPr>
            </a:pPr>
            <a:r>
              <a:t>•  Pergunta Central: Quais metodologias respondem aos objetivos propostos?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Objetivo Geral: Implementar e demonstrar soluções eficientes com base no conteúdo programático.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1 - Visão Geral do Sistema/Experimento</a:t>
            </a:r>
          </a:p>
        </p:txBody>
      </p:sp>
      <p:pic>
        <p:nvPicPr>
          <p:cNvPr id="15" name="Picture 14" descr="anatom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4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u="none">
                <a:solidFill>
                  <a:srgbClr val="F0F0F0"/>
                </a:solidFill>
                <a:latin typeface="Arial"/>
              </a:rPr>
              <a:t>Nome da Disciplina</a:t>
            </a:r>
            <a:r>
              <a:rPr sz="1800">
                <a:solidFill>
                  <a:srgbClr val="B4B4B4"/>
                </a:solidFill>
                <a:latin typeface="Arial"/>
              </a:rPr>
              <a:t>  |  </a:t>
            </a:r>
            <a:r>
              <a:rPr sz="1800" b="1" u="none">
                <a:solidFill>
                  <a:srgbClr val="DCB437"/>
                </a:solidFill>
                <a:latin typeface="Arial"/>
              </a:rPr>
              <a:t>Seminário | Tópico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Etapas de Execução do Trabalho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u="none">
                <a:solidFill>
                  <a:srgbClr val="F0F0F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0F0F0"/>
                </a:solidFill>
                <a:latin typeface="Arial"/>
              </a:rPr>
              <a:t>Título do Trabalho Acadêmico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F0F0F0"/>
                </a:solidFill>
                <a:latin typeface="Arial"/>
              </a:rPr>
              <a:t>4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Coleta e Preparação: Definição das ferramentas computacionais e dados utilizados.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Etapas de Desenvolvimento:</a:t>
            </a:r>
          </a:p>
          <a:p>
            <a:pPr>
              <a:spcAft>
                <a:spcPts val="1200"/>
              </a:spcAft>
              <a:defRPr sz="1450" b="0" i="0">
                <a:solidFill>
                  <a:srgbClr val="F0F0F0"/>
                </a:solidFill>
                <a:latin typeface="Arial"/>
              </a:defRPr>
            </a:pPr>
            <a:r>
              <a:t>•    - Modelagem e implementação do fluxo de trabalho.</a:t>
            </a:r>
          </a:p>
          <a:p>
            <a:pPr>
              <a:spcAft>
                <a:spcPts val="1200"/>
              </a:spcAft>
              <a:defRPr sz="1450" b="0" i="0">
                <a:solidFill>
                  <a:srgbClr val="F0F0F0"/>
                </a:solidFill>
                <a:latin typeface="Arial"/>
              </a:defRPr>
            </a:pPr>
            <a:r>
              <a:t>•    - Testes de validação e verificação de consistência.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Critérios de Avaliação: Métricas adotadas para validar o desempenho dos resultados.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2 - Instrumentação / Espectrógrafo</a:t>
            </a:r>
          </a:p>
        </p:txBody>
      </p:sp>
      <p:pic>
        <p:nvPicPr>
          <p:cNvPr id="15" name="Picture 14" descr="especto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Laboratório de Física/Automação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4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u="none">
                <a:solidFill>
                  <a:srgbClr val="F0F0F0"/>
                </a:solidFill>
                <a:latin typeface="Arial"/>
              </a:rPr>
              <a:t>Nome da Disciplina</a:t>
            </a:r>
            <a:r>
              <a:rPr sz="1800">
                <a:solidFill>
                  <a:srgbClr val="B4B4B4"/>
                </a:solidFill>
                <a:latin typeface="Arial"/>
              </a:rPr>
              <a:t>  |  </a:t>
            </a:r>
            <a:r>
              <a:rPr sz="1800" b="1" u="none">
                <a:solidFill>
                  <a:srgbClr val="DCB437"/>
                </a:solidFill>
                <a:latin typeface="Arial"/>
              </a:rPr>
              <a:t>Seminário | Tópico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Resultados Obtidos e Discussão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u="none">
                <a:solidFill>
                  <a:srgbClr val="F0F0F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0F0F0"/>
                </a:solidFill>
                <a:latin typeface="Arial"/>
              </a:rPr>
              <a:t>Título do Trabalho Acadêmico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F0F0F0"/>
                </a:solidFill>
                <a:latin typeface="Arial"/>
              </a:rPr>
              <a:t>5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Análise Quantitativa: Demonstração dos dados obtidos nas simulações e experimentos.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Conformidade com a Teoria: Aderência dos resultados práticos aos modelos estudados em aula.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Casos de Borda e Limitações: Discussão sobre divergências e pontos de melhoria futura.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3 - Distribuição de Parâmetros Analisados</a:t>
            </a:r>
          </a:p>
        </p:txBody>
      </p:sp>
      <p:pic>
        <p:nvPicPr>
          <p:cNvPr id="15" name="Picture 14" descr="TCC_Kiel_Demonstr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Resultados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4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Conclusões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u="none">
                <a:solidFill>
                  <a:srgbClr val="F0F0F0"/>
                </a:solidFill>
                <a:latin typeface="Arial"/>
              </a:rPr>
              <a:t>Nome da Disciplina</a:t>
            </a:r>
            <a:r>
              <a:rPr sz="1800">
                <a:solidFill>
                  <a:srgbClr val="B4B4B4"/>
                </a:solidFill>
                <a:latin typeface="Arial"/>
              </a:rPr>
              <a:t>  |  </a:t>
            </a:r>
            <a:r>
              <a:rPr sz="1800" b="1" u="none">
                <a:solidFill>
                  <a:srgbClr val="DCB437"/>
                </a:solidFill>
                <a:latin typeface="Arial"/>
              </a:rPr>
              <a:t>Seminário | Tópico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Considerações Finais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u="none">
                <a:solidFill>
                  <a:srgbClr val="F0F0F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0F0F0"/>
                </a:solidFill>
                <a:latin typeface="Arial"/>
              </a:rPr>
              <a:t>Título do Trabalho Acadêmico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F0F0F0"/>
                </a:solidFill>
                <a:latin typeface="Arial"/>
              </a:rPr>
              <a:t>6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Síntese dos Achados: Cumprimento integral dos objetivos definidos no início do projeto.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Contribuição para a Formação: Consolidação prática dos conteúdos lecionados na disciplina.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Trabalhos Futuros: Extensão do modelo para novos conjuntos de dados e aplicações.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4 - Diagrama Conceitual Final</a:t>
            </a:r>
          </a:p>
        </p:txBody>
      </p:sp>
      <p:pic>
        <p:nvPicPr>
          <p:cNvPr id="15" name="Picture 14" descr="diagramaH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4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B437"/>
                </a:solidFill>
                <a:latin typeface="Arial"/>
              </a:rPr>
              <a:t>Obrigado!</a:t>
            </a:r>
            <a:r>
              <a:rPr sz="1800" b="1">
                <a:solidFill>
                  <a:srgbClr val="DCB437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DCB437"/>
                </a:solidFill>
                <a:latin typeface="Arial"/>
              </a:rPr>
              <a:t>Contatos: pedroiff0@gmail.com  |  ana.soja@iff.edu.br  |  maria.dantas@iff.edu.br</a:t>
            </a:r>
          </a:p>
        </p:txBody>
      </p:sp>
      <p:pic>
        <p:nvPicPr>
          <p:cNvPr id="4" name="Picture 3" descr="qrcode_iff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DCB437"/>
                </a:solidFill>
                <a:latin typeface="Arial"/>
                <a:hlinkClick r:id="rId3"/>
              </a:rPr>
              <a:t>https://www.phrandrade.com/pt-br/resource/engenharia-de-computacao/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