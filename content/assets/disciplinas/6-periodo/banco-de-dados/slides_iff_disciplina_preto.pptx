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 showMasterSp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Master" Type="http://schemas.openxmlformats.org/officeDocument/2006/relationships/image" Target="../media/logo_master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1. Logo IFF no Cabeçalho Superior Esquerdo -->
      <p:pic>
        <p:nvPicPr>
          <p:cNvPr id="1001" name="LogoIFFMaster"/>
          <p:cNvPicPr>
            <a:picLocks noChangeAspect="1"/>
          </p:cNvPicPr>
          <p:nvPr/>
        </p:nvPicPr>
        <p:blipFill>
          <a:blip r:embed="rIdLogoMaster"/>
          <a:stretch>
            <a:fillRect/>
          </a:stretch>
        </p:blipFill>
        <p:spPr>
          <a:xfrm>
            <a:off x="731520" y="73152"/>
            <a:ext cx="1591056" cy="438912"/>
          </a:xfrm>
          <a:prstGeom prst="rect">
            <a:avLst/>
          </a:prstGeom>
        </p:spPr>
      </p:pic>
      <!-- 2. Linha Divisória Superior (Verde IFF / Dourado) -->
      <p:sp>
        <p:nvSpPr>
          <p:cNvPr id="1002" name="LinhaDivisoriaSuperior"/>
          <p:cNvSpPr/>
          <p:nvPr/>
        </p:nvSpPr>
        <p:spPr>
          <a:xfrm>
            <a:off x="0" y="621792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3. Disciplina & Tópico no Cabeçalho Superior Direito -->
      <p:sp>
        <p:nvSpPr>
          <p:cNvPr id="1003" name="CabecalhoDisciplinaTopico"/>
          <p:cNvSpPr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r>
              <a:rPr lang="pt-BR" sz="1800" b="1">
                <a:solidFill>
                  <a:srgbClr val="DCB437"/>
                </a:solidFill>
                <a:latin typeface="Arial"/>
              </a:rPr>
              <a:t>Banco de Dados</a:t>
            </a:r>
            <a:r>
              <a:rPr lang="pt-BR" sz="1800">
                <a:solidFill>
                  <a:srgbClr val="B4B4B4"/>
                </a:solidFill>
                <a:latin typeface="Arial"/>
              </a:rPr>
              <a:t>  |  </a:t>
            </a:r>
            <a:r>
              <a:rPr lang="pt-BR" sz="1800" b="1">
                <a:solidFill>
                  <a:srgbClr val="DCB437"/>
                </a:solidFill>
                <a:latin typeface="Arial"/>
              </a:rPr>
              <a:t>Seminário | Normalização &amp; FN</a:t>
            </a:r>
          </a:p>
        </p:txBody>
      </p:sp>
      <!-- 4. Linha Divisória Inferior (Verde IFF / Dourado) -->
      <p:sp>
        <p:nvSpPr>
          <p:cNvPr id="1004" name="LinhaDivisoriaInferior"/>
          <p:cNvSpPr/>
          <p:nvPr/>
        </p:nvSpPr>
        <p:spPr>
          <a:xfrm>
            <a:off x="0" y="6510528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5. Rodapé: Autor à Esquerda -->
      <p:sp>
        <p:nvSpPr>
          <p:cNvPr id="1005" name="RodapeAutor"/>
          <p:cNvSpPr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r>
              <a:rPr lang="pt-BR" sz="1050" b="1">
                <a:solidFill>
                  <a:srgbClr val="DCB437"/>
                </a:solidFill>
                <a:latin typeface="Arial"/>
              </a:rPr>
              <a:t>Pedro Henrique Rocha de Andrade</a:t>
            </a:r>
          </a:p>
        </p:txBody>
      </p:sp>
      <!-- 6. Rodapé: Título do Trabalho no Centro -->
      <p:sp>
        <p:nvSpPr>
          <p:cNvPr id="1006" name="RodapeTituloTrabalho"/>
          <p:cNvSpPr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ctr"/>
            <a:r>
              <a:rPr lang="pt-BR" sz="1050" b="1">
                <a:solidFill>
                  <a:srgbClr val="F0F0F0"/>
                </a:solidFill>
                <a:latin typeface="Arial"/>
              </a:rPr>
              <a:t>Trabalho - Normalização e Dependências Funcionais</a:t>
            </a:r>
          </a:p>
        </p:txBody>
      </p:sp>
      <!-- 7. Rodapé: Placeholder de Numeração do Slide à Direita -->
      <p:sp>
        <p:nvSpPr>
          <p:cNvPr id="10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fld id="{B6B8CE0B-97CD-45E9-85EC-3FEBD145DE74}" type="slidenum">
              <a:rPr lang="pt-BR" sz="1050" b="1">
                <a:solidFill>
                  <a:srgbClr val="F0F0F0"/>
                </a:solidFill>
                <a:latin typeface="Arial"/>
              </a:r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defRPr sz="2000" b="1">
          <a:solidFill>
            <a:srgbClr val="DCB437"/>
          </a:solidFill>
          <a:latin typeface="Arial"/>
        </a:defRPr>
      </a:lvl1pPr>
    </p:titleStyle>
    <p:bodyStyle>
      <a:lvl1pPr>
        <a:defRPr sz="1500">
          <a:solidFill>
            <a:srgbClr val="F0F0F0"/>
          </a:solidFill>
          <a:latin typeface="Arial"/>
        </a:defRPr>
      </a:lvl1pPr>
    </p:bodyStyle>
    <p:otherStyle>
      <a:defPPr>
        <a:defRPr lang="pt-BR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CB437"/>
                </a:solidFill>
                <a:latin typeface="Arial"/>
                <a:hlinkClick r:id="rId3"/>
              </a:rPr>
              <a:t>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  <a:hlinkClick r:id="rId4"/>
              </a:rPr>
              <a:t>Trabalho - Normalização e Dependências Funcionais</a:t>
            </a:r>
          </a:p>
          <a:p>
            <a:pPr algn="ctr"/>
            <a:r>
              <a:rPr sz="1600">
                <a:solidFill>
                  <a:srgbClr val="F0F0F0"/>
                </a:solidFill>
                <a:latin typeface="Arial"/>
              </a:rPr>
              <a:t>Fundamentação Matemática das Dependências Funcionais e Decomposição em 1FN, 2FN e 3FN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9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F0F0F0"/>
                </a:solidFill>
                <a:latin typeface="Arial"/>
              </a:rPr>
              <a:t>Breno Luiz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Isaac Salles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F0F0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DCB437"/>
                </a:solidFill>
                <a:latin typeface="Arial"/>
              </a:rPr>
              <a:t>28 de Agosto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1.  Introdução &amp; Contextualização do Tema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2.  Metodologia &amp; Etapas de Desenvolvimento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3.  Resultados Obtidos &amp; Análise Crítica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4.  Conclusões Finais &amp; Trabalhos Futuros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Contextualização e 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Contexto do Tema: Apresentação dos conceitos fundamentais estudados na disciplina.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O Problema Abordado: Desafios práticos e teóricos encontrados no desenvolvimento do trabalho.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F0F0F0"/>
                </a:solidFill>
                <a:latin typeface="Arial"/>
              </a:defRPr>
            </a:pPr>
            <a:r>
              <a:t>•  Pergunta Central: Quais metodologias respondem aos objetivos propostos?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Objetivo Geral: Implementar e demonstrar soluções eficientes com base no conteúdo programático.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1 - Visão Geral do Sistema/Experimento</a:t>
            </a:r>
          </a:p>
        </p:txBody>
      </p:sp>
      <p:pic>
        <p:nvPicPr>
          <p:cNvPr id="7" name="Picture 6" descr="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Etapas de Execução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Coleta e Preparação: Definição das ferramentas computacionais e dados utilizados.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Etapas de Desenvolvimento:</a:t>
            </a:r>
          </a:p>
          <a:p>
            <a:pPr>
              <a:spcAft>
                <a:spcPts val="1200"/>
              </a:spcAft>
              <a:defRPr sz="1450" b="0" i="0">
                <a:solidFill>
                  <a:srgbClr val="F0F0F0"/>
                </a:solidFill>
                <a:latin typeface="Arial"/>
              </a:defRPr>
            </a:pPr>
            <a:r>
              <a:t>•    - Modelagem e implementação do fluxo de trabalho.</a:t>
            </a:r>
          </a:p>
          <a:p>
            <a:pPr>
              <a:spcAft>
                <a:spcPts val="1200"/>
              </a:spcAft>
              <a:defRPr sz="1450" b="0" i="0">
                <a:solidFill>
                  <a:srgbClr val="F0F0F0"/>
                </a:solidFill>
                <a:latin typeface="Arial"/>
              </a:defRPr>
            </a:pPr>
            <a:r>
              <a:t>•    - Testes de validação e verificação de consistência.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Critérios de Avaliação: Métricas adotadas para validar o desempenho dos resultados.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2 - Instrumentação / Espectrógrafo</a:t>
            </a:r>
          </a:p>
        </p:txBody>
      </p:sp>
      <p:pic>
        <p:nvPicPr>
          <p:cNvPr id="7" name="Picture 6" descr="especto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Laboratório de Física/Automação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Resultados Obtidos e Discussão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Análise Quantitativa: Demonstração dos dados obtidos nas simulações e experimentos.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Conformidade com a Teoria: Aderência dos resultados práticos aos modelos estudados em aula.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Casos de Borda e Limitações: Discussão sobre divergências e pontos de melhoria futura.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3 - Distribuição de Parâmetros Analisados</a:t>
            </a:r>
          </a:p>
        </p:txBody>
      </p:sp>
      <p:pic>
        <p:nvPicPr>
          <p:cNvPr id="7" name="Picture 6" descr="TCC_Kiel_Demonst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Resultados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Considerações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Síntese dos Achados: Cumprimento integral dos objetivos definidos no início do projeto.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Contribuição para a Formação: Consolidação prática dos conteúdos lecionados na disciplina.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Trabalhos Futuros: Extensão do modelo para novos conjuntos de dados e aplicações.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4 - Diagrama Conceitual Final</a:t>
            </a:r>
          </a:p>
        </p:txBody>
      </p:sp>
      <p:pic>
        <p:nvPicPr>
          <p:cNvPr id="7" name="Picture 6" descr="diagramaH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DCB437"/>
                </a:solidFill>
                <a:latin typeface="Arial"/>
              </a:rPr>
              <a:t>Contatos: pedroiff0@gmail.com  |  ana.soja@iff.edu.br  |  maria.dantas@iff.edu.br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DCB437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