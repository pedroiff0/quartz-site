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7559675" cy="10691800"/>
  <p:embeddedFontLst>
    <p:embeddedFont>
      <p:font typeface="Exo Medium"/>
      <p:regular r:id="rId24"/>
      <p:bold r:id="rId25"/>
      <p:italic r:id="rId26"/>
      <p:boldItalic r:id="rId27"/>
    </p:embeddedFont>
    <p:embeddedFont>
      <p:font typeface="Barlow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EgPH24udeFRj7FiZhWzSLuQQw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xoMedium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Medium-italic.fntdata"/><Relationship Id="rId25" Type="http://schemas.openxmlformats.org/officeDocument/2006/relationships/font" Target="fonts/ExoMedium-bold.fntdata"/><Relationship Id="rId28" Type="http://schemas.openxmlformats.org/officeDocument/2006/relationships/font" Target="fonts/Barlow-regular.fntdata"/><Relationship Id="rId27" Type="http://schemas.openxmlformats.org/officeDocument/2006/relationships/font" Target="fonts/Exo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-boldItalic.fntdata"/><Relationship Id="rId30" Type="http://schemas.openxmlformats.org/officeDocument/2006/relationships/font" Target="fonts/Barl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75a779fefc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275a779fefc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75a779fefc_0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275a779fefc_0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655d94eeb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27655d94eeb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75a779fefc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75a779fefc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75a779fefc_0_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275a779fefc_0_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0" name="Google Shape;68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655d94eeb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27655d94eeb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5b953333d_0_9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g275b953333d_0_9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5b953333d_0_1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275b953333d_0_1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5b953333d_0_10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g275b953333d_0_10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d4755e311e_1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g2d4755e311e_1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d4755e311e_1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2d4755e311e_1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75b953333d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g275b953333d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5" name="Google Shape;79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2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2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idx="1" type="subTitle"/>
          </p:nvPr>
        </p:nvSpPr>
        <p:spPr>
          <a:xfrm>
            <a:off x="720000" y="540000"/>
            <a:ext cx="7703280" cy="261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6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6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7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720000" y="509400"/>
            <a:ext cx="770328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0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8"/>
          <p:cNvGrpSpPr/>
          <p:nvPr/>
        </p:nvGrpSpPr>
        <p:grpSpPr>
          <a:xfrm>
            <a:off x="-2999880" y="-463680"/>
            <a:ext cx="9392760" cy="8566920"/>
            <a:chOff x="-2999880" y="-463680"/>
            <a:chExt cx="9392760" cy="8566920"/>
          </a:xfrm>
        </p:grpSpPr>
        <p:sp>
          <p:nvSpPr>
            <p:cNvPr id="7" name="Google Shape;7;p8"/>
            <p:cNvSpPr/>
            <p:nvPr/>
          </p:nvSpPr>
          <p:spPr>
            <a:xfrm>
              <a:off x="-348120" y="2675520"/>
              <a:ext cx="2882880" cy="2630160"/>
            </a:xfrm>
            <a:custGeom>
              <a:rect b="b" l="l" r="r" t="t"/>
              <a:pathLst>
                <a:path extrusionOk="0" h="27967" w="30653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1E2E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8"/>
            <p:cNvSpPr/>
            <p:nvPr/>
          </p:nvSpPr>
          <p:spPr>
            <a:xfrm>
              <a:off x="-1085040" y="2173320"/>
              <a:ext cx="4227840" cy="3857400"/>
            </a:xfrm>
            <a:custGeom>
              <a:rect b="b" l="l" r="r" t="t"/>
              <a:pathLst>
                <a:path extrusionOk="0" h="41012" w="44949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1E2E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8"/>
            <p:cNvSpPr/>
            <p:nvPr/>
          </p:nvSpPr>
          <p:spPr>
            <a:xfrm>
              <a:off x="-1189440" y="1842840"/>
              <a:ext cx="4708440" cy="4295880"/>
            </a:xfrm>
            <a:custGeom>
              <a:rect b="b" l="l" r="r" t="t"/>
              <a:pathLst>
                <a:path extrusionOk="0" h="45673" w="50058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1E2E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8"/>
            <p:cNvSpPr/>
            <p:nvPr/>
          </p:nvSpPr>
          <p:spPr>
            <a:xfrm>
              <a:off x="-2034720" y="743400"/>
              <a:ext cx="7001280" cy="6385680"/>
            </a:xfrm>
            <a:custGeom>
              <a:rect b="b" l="l" r="r" t="t"/>
              <a:pathLst>
                <a:path extrusionOk="0" h="67887" w="74429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1E2E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8"/>
            <p:cNvSpPr/>
            <p:nvPr/>
          </p:nvSpPr>
          <p:spPr>
            <a:xfrm>
              <a:off x="-2999880" y="-463680"/>
              <a:ext cx="9392760" cy="8566920"/>
            </a:xfrm>
            <a:custGeom>
              <a:rect b="b" l="l" r="r" t="t"/>
              <a:pathLst>
                <a:path extrusionOk="0" h="91072" w="99851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1E2E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12;p8"/>
          <p:cNvGrpSpPr/>
          <p:nvPr/>
        </p:nvGrpSpPr>
        <p:grpSpPr>
          <a:xfrm>
            <a:off x="5552640" y="-153720"/>
            <a:ext cx="1000080" cy="1204920"/>
            <a:chOff x="5552640" y="-153720"/>
            <a:chExt cx="1000080" cy="1204920"/>
          </a:xfrm>
        </p:grpSpPr>
        <p:sp>
          <p:nvSpPr>
            <p:cNvPr id="13" name="Google Shape;13;p8"/>
            <p:cNvSpPr/>
            <p:nvPr/>
          </p:nvSpPr>
          <p:spPr>
            <a:xfrm>
              <a:off x="5815080" y="334080"/>
              <a:ext cx="339120" cy="302760"/>
            </a:xfrm>
            <a:custGeom>
              <a:rect b="b" l="l" r="r" t="t"/>
              <a:pathLst>
                <a:path extrusionOk="0" h="1993" w="2230">
                  <a:moveTo>
                    <a:pt x="9" y="0"/>
                  </a:moveTo>
                  <a:cubicBezTo>
                    <a:pt x="5" y="0"/>
                    <a:pt x="1" y="3"/>
                    <a:pt x="1" y="9"/>
                  </a:cubicBezTo>
                  <a:cubicBezTo>
                    <a:pt x="32" y="790"/>
                    <a:pt x="441" y="1674"/>
                    <a:pt x="1232" y="1940"/>
                  </a:cubicBezTo>
                  <a:cubicBezTo>
                    <a:pt x="1340" y="1976"/>
                    <a:pt x="1434" y="1992"/>
                    <a:pt x="1514" y="1992"/>
                  </a:cubicBezTo>
                  <a:cubicBezTo>
                    <a:pt x="2230" y="1992"/>
                    <a:pt x="1894" y="678"/>
                    <a:pt x="1597" y="245"/>
                  </a:cubicBezTo>
                  <a:cubicBezTo>
                    <a:pt x="1591" y="236"/>
                    <a:pt x="1583" y="232"/>
                    <a:pt x="1575" y="232"/>
                  </a:cubicBezTo>
                  <a:cubicBezTo>
                    <a:pt x="1558" y="232"/>
                    <a:pt x="1542" y="251"/>
                    <a:pt x="1551" y="271"/>
                  </a:cubicBezTo>
                  <a:cubicBezTo>
                    <a:pt x="1708" y="624"/>
                    <a:pt x="1849" y="975"/>
                    <a:pt x="1858" y="1367"/>
                  </a:cubicBezTo>
                  <a:cubicBezTo>
                    <a:pt x="1864" y="1664"/>
                    <a:pt x="1746" y="1903"/>
                    <a:pt x="1443" y="1903"/>
                  </a:cubicBezTo>
                  <a:cubicBezTo>
                    <a:pt x="1386" y="1903"/>
                    <a:pt x="1322" y="1894"/>
                    <a:pt x="1251" y="1876"/>
                  </a:cubicBezTo>
                  <a:cubicBezTo>
                    <a:pt x="1094" y="1835"/>
                    <a:pt x="949" y="1741"/>
                    <a:pt x="822" y="1642"/>
                  </a:cubicBezTo>
                  <a:cubicBezTo>
                    <a:pt x="321" y="1253"/>
                    <a:pt x="95" y="621"/>
                    <a:pt x="21" y="9"/>
                  </a:cubicBezTo>
                  <a:cubicBezTo>
                    <a:pt x="19" y="3"/>
                    <a:pt x="14" y="0"/>
                    <a:pt x="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8"/>
            <p:cNvSpPr/>
            <p:nvPr/>
          </p:nvSpPr>
          <p:spPr>
            <a:xfrm>
              <a:off x="5793120" y="207000"/>
              <a:ext cx="214560" cy="304560"/>
            </a:xfrm>
            <a:custGeom>
              <a:rect b="b" l="l" r="r" t="t"/>
              <a:pathLst>
                <a:path extrusionOk="0" h="2003" w="1414">
                  <a:moveTo>
                    <a:pt x="894" y="0"/>
                  </a:moveTo>
                  <a:cubicBezTo>
                    <a:pt x="1" y="0"/>
                    <a:pt x="1149" y="1755"/>
                    <a:pt x="1364" y="1996"/>
                  </a:cubicBezTo>
                  <a:cubicBezTo>
                    <a:pt x="1369" y="2001"/>
                    <a:pt x="1375" y="2003"/>
                    <a:pt x="1381" y="2003"/>
                  </a:cubicBezTo>
                  <a:cubicBezTo>
                    <a:pt x="1398" y="2003"/>
                    <a:pt x="1413" y="1984"/>
                    <a:pt x="1404" y="1966"/>
                  </a:cubicBezTo>
                  <a:cubicBezTo>
                    <a:pt x="1265" y="1731"/>
                    <a:pt x="1121" y="1500"/>
                    <a:pt x="997" y="1255"/>
                  </a:cubicBezTo>
                  <a:cubicBezTo>
                    <a:pt x="908" y="1078"/>
                    <a:pt x="395" y="141"/>
                    <a:pt x="926" y="63"/>
                  </a:cubicBezTo>
                  <a:cubicBezTo>
                    <a:pt x="962" y="58"/>
                    <a:pt x="952" y="0"/>
                    <a:pt x="917" y="0"/>
                  </a:cubicBezTo>
                  <a:cubicBezTo>
                    <a:pt x="909" y="0"/>
                    <a:pt x="902" y="0"/>
                    <a:pt x="89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8"/>
            <p:cNvSpPr/>
            <p:nvPr/>
          </p:nvSpPr>
          <p:spPr>
            <a:xfrm>
              <a:off x="5987880" y="249120"/>
              <a:ext cx="48240" cy="79200"/>
            </a:xfrm>
            <a:custGeom>
              <a:rect b="b" l="l" r="r" t="t"/>
              <a:pathLst>
                <a:path extrusionOk="0" h="524" w="322">
                  <a:moveTo>
                    <a:pt x="39" y="1"/>
                  </a:moveTo>
                  <a:cubicBezTo>
                    <a:pt x="20" y="1"/>
                    <a:pt x="0" y="22"/>
                    <a:pt x="11" y="46"/>
                  </a:cubicBezTo>
                  <a:cubicBezTo>
                    <a:pt x="83" y="199"/>
                    <a:pt x="152" y="354"/>
                    <a:pt x="232" y="503"/>
                  </a:cubicBezTo>
                  <a:cubicBezTo>
                    <a:pt x="240" y="518"/>
                    <a:pt x="252" y="524"/>
                    <a:pt x="265" y="524"/>
                  </a:cubicBezTo>
                  <a:cubicBezTo>
                    <a:pt x="293" y="524"/>
                    <a:pt x="322" y="494"/>
                    <a:pt x="305" y="460"/>
                  </a:cubicBezTo>
                  <a:cubicBezTo>
                    <a:pt x="231" y="309"/>
                    <a:pt x="145" y="162"/>
                    <a:pt x="63" y="16"/>
                  </a:cubicBezTo>
                  <a:cubicBezTo>
                    <a:pt x="57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9950" lIns="90000" spcFirstLastPara="1" rIns="90000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5791680" y="119880"/>
              <a:ext cx="393480" cy="336240"/>
            </a:xfrm>
            <a:custGeom>
              <a:rect b="b" l="l" r="r" t="t"/>
              <a:pathLst>
                <a:path extrusionOk="0" h="2211" w="2587">
                  <a:moveTo>
                    <a:pt x="973" y="0"/>
                  </a:moveTo>
                  <a:cubicBezTo>
                    <a:pt x="476" y="0"/>
                    <a:pt x="0" y="415"/>
                    <a:pt x="280" y="946"/>
                  </a:cubicBezTo>
                  <a:cubicBezTo>
                    <a:pt x="283" y="951"/>
                    <a:pt x="287" y="954"/>
                    <a:pt x="292" y="954"/>
                  </a:cubicBezTo>
                  <a:cubicBezTo>
                    <a:pt x="301" y="954"/>
                    <a:pt x="310" y="943"/>
                    <a:pt x="305" y="932"/>
                  </a:cubicBezTo>
                  <a:cubicBezTo>
                    <a:pt x="99" y="452"/>
                    <a:pt x="514" y="91"/>
                    <a:pt x="943" y="91"/>
                  </a:cubicBezTo>
                  <a:cubicBezTo>
                    <a:pt x="1003" y="91"/>
                    <a:pt x="1063" y="98"/>
                    <a:pt x="1122" y="113"/>
                  </a:cubicBezTo>
                  <a:cubicBezTo>
                    <a:pt x="1479" y="202"/>
                    <a:pt x="1731" y="491"/>
                    <a:pt x="1914" y="793"/>
                  </a:cubicBezTo>
                  <a:cubicBezTo>
                    <a:pt x="2183" y="1233"/>
                    <a:pt x="2294" y="1721"/>
                    <a:pt x="2494" y="2187"/>
                  </a:cubicBezTo>
                  <a:cubicBezTo>
                    <a:pt x="2502" y="2203"/>
                    <a:pt x="2517" y="2210"/>
                    <a:pt x="2532" y="2210"/>
                  </a:cubicBezTo>
                  <a:cubicBezTo>
                    <a:pt x="2558" y="2210"/>
                    <a:pt x="2586" y="2190"/>
                    <a:pt x="2584" y="2162"/>
                  </a:cubicBezTo>
                  <a:cubicBezTo>
                    <a:pt x="2543" y="1408"/>
                    <a:pt x="1992" y="257"/>
                    <a:pt x="1207" y="32"/>
                  </a:cubicBezTo>
                  <a:cubicBezTo>
                    <a:pt x="1130" y="10"/>
                    <a:pt x="1051" y="0"/>
                    <a:pt x="97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"/>
            <p:cNvSpPr/>
            <p:nvPr/>
          </p:nvSpPr>
          <p:spPr>
            <a:xfrm>
              <a:off x="5659920" y="122760"/>
              <a:ext cx="550800" cy="640080"/>
            </a:xfrm>
            <a:custGeom>
              <a:rect b="b" l="l" r="r" t="t"/>
              <a:pathLst>
                <a:path extrusionOk="0" h="4206" w="3619">
                  <a:moveTo>
                    <a:pt x="341" y="1"/>
                  </a:moveTo>
                  <a:cubicBezTo>
                    <a:pt x="330" y="1"/>
                    <a:pt x="318" y="7"/>
                    <a:pt x="314" y="23"/>
                  </a:cubicBezTo>
                  <a:cubicBezTo>
                    <a:pt x="0" y="1258"/>
                    <a:pt x="691" y="2758"/>
                    <a:pt x="1559" y="3613"/>
                  </a:cubicBezTo>
                  <a:cubicBezTo>
                    <a:pt x="1866" y="3916"/>
                    <a:pt x="2275" y="4206"/>
                    <a:pt x="2711" y="4206"/>
                  </a:cubicBezTo>
                  <a:cubicBezTo>
                    <a:pt x="2830" y="4206"/>
                    <a:pt x="2950" y="4184"/>
                    <a:pt x="3071" y="4136"/>
                  </a:cubicBezTo>
                  <a:cubicBezTo>
                    <a:pt x="3619" y="3916"/>
                    <a:pt x="3619" y="3336"/>
                    <a:pt x="3533" y="2842"/>
                  </a:cubicBezTo>
                  <a:cubicBezTo>
                    <a:pt x="3532" y="2831"/>
                    <a:pt x="3523" y="2825"/>
                    <a:pt x="3514" y="2825"/>
                  </a:cubicBezTo>
                  <a:cubicBezTo>
                    <a:pt x="3503" y="2825"/>
                    <a:pt x="3490" y="2834"/>
                    <a:pt x="3489" y="2848"/>
                  </a:cubicBezTo>
                  <a:cubicBezTo>
                    <a:pt x="3484" y="3127"/>
                    <a:pt x="3490" y="3470"/>
                    <a:pt x="3342" y="3713"/>
                  </a:cubicBezTo>
                  <a:cubicBezTo>
                    <a:pt x="3199" y="3944"/>
                    <a:pt x="2961" y="4039"/>
                    <a:pt x="2715" y="4039"/>
                  </a:cubicBezTo>
                  <a:cubicBezTo>
                    <a:pt x="2556" y="4039"/>
                    <a:pt x="2393" y="4000"/>
                    <a:pt x="2251" y="3932"/>
                  </a:cubicBezTo>
                  <a:cubicBezTo>
                    <a:pt x="1778" y="3707"/>
                    <a:pt x="1385" y="3236"/>
                    <a:pt x="1103" y="2806"/>
                  </a:cubicBezTo>
                  <a:cubicBezTo>
                    <a:pt x="843" y="2409"/>
                    <a:pt x="651" y="1969"/>
                    <a:pt x="531" y="1508"/>
                  </a:cubicBezTo>
                  <a:cubicBezTo>
                    <a:pt x="401" y="1015"/>
                    <a:pt x="411" y="532"/>
                    <a:pt x="375" y="31"/>
                  </a:cubicBezTo>
                  <a:cubicBezTo>
                    <a:pt x="373" y="12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8"/>
            <p:cNvSpPr/>
            <p:nvPr/>
          </p:nvSpPr>
          <p:spPr>
            <a:xfrm>
              <a:off x="5768280" y="-21240"/>
              <a:ext cx="586080" cy="857880"/>
            </a:xfrm>
            <a:custGeom>
              <a:rect b="b" l="l" r="r" t="t"/>
              <a:pathLst>
                <a:path extrusionOk="0" h="5635" w="3851">
                  <a:moveTo>
                    <a:pt x="1075" y="0"/>
                  </a:moveTo>
                  <a:cubicBezTo>
                    <a:pt x="646" y="0"/>
                    <a:pt x="234" y="183"/>
                    <a:pt x="7" y="576"/>
                  </a:cubicBezTo>
                  <a:cubicBezTo>
                    <a:pt x="1" y="585"/>
                    <a:pt x="10" y="598"/>
                    <a:pt x="20" y="598"/>
                  </a:cubicBezTo>
                  <a:cubicBezTo>
                    <a:pt x="23" y="598"/>
                    <a:pt x="27" y="596"/>
                    <a:pt x="29" y="593"/>
                  </a:cubicBezTo>
                  <a:cubicBezTo>
                    <a:pt x="294" y="271"/>
                    <a:pt x="672" y="118"/>
                    <a:pt x="1059" y="118"/>
                  </a:cubicBezTo>
                  <a:cubicBezTo>
                    <a:pt x="1309" y="118"/>
                    <a:pt x="1563" y="181"/>
                    <a:pt x="1792" y="305"/>
                  </a:cubicBezTo>
                  <a:cubicBezTo>
                    <a:pt x="2350" y="606"/>
                    <a:pt x="2746" y="1169"/>
                    <a:pt x="3038" y="1717"/>
                  </a:cubicBezTo>
                  <a:cubicBezTo>
                    <a:pt x="3323" y="2256"/>
                    <a:pt x="3521" y="2839"/>
                    <a:pt x="3624" y="3440"/>
                  </a:cubicBezTo>
                  <a:cubicBezTo>
                    <a:pt x="3750" y="4179"/>
                    <a:pt x="3850" y="5278"/>
                    <a:pt x="2961" y="5556"/>
                  </a:cubicBezTo>
                  <a:cubicBezTo>
                    <a:pt x="2922" y="5569"/>
                    <a:pt x="2925" y="5635"/>
                    <a:pt x="2968" y="5635"/>
                  </a:cubicBezTo>
                  <a:cubicBezTo>
                    <a:pt x="2969" y="5635"/>
                    <a:pt x="2971" y="5635"/>
                    <a:pt x="2972" y="5635"/>
                  </a:cubicBezTo>
                  <a:cubicBezTo>
                    <a:pt x="3704" y="5572"/>
                    <a:pt x="3825" y="4716"/>
                    <a:pt x="3814" y="4130"/>
                  </a:cubicBezTo>
                  <a:cubicBezTo>
                    <a:pt x="3798" y="3263"/>
                    <a:pt x="3575" y="2405"/>
                    <a:pt x="3158" y="1646"/>
                  </a:cubicBezTo>
                  <a:cubicBezTo>
                    <a:pt x="2808" y="1011"/>
                    <a:pt x="2310" y="345"/>
                    <a:pt x="1601" y="91"/>
                  </a:cubicBezTo>
                  <a:cubicBezTo>
                    <a:pt x="1430" y="31"/>
                    <a:pt x="1251" y="0"/>
                    <a:pt x="10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"/>
            <p:cNvSpPr/>
            <p:nvPr/>
          </p:nvSpPr>
          <p:spPr>
            <a:xfrm>
              <a:off x="6107760" y="820440"/>
              <a:ext cx="29520" cy="19800"/>
            </a:xfrm>
            <a:custGeom>
              <a:rect b="b" l="l" r="r" t="t"/>
              <a:pathLst>
                <a:path extrusionOk="0" h="134" w="198">
                  <a:moveTo>
                    <a:pt x="111" y="13"/>
                  </a:moveTo>
                  <a:cubicBezTo>
                    <a:pt x="112" y="13"/>
                    <a:pt x="112" y="13"/>
                    <a:pt x="113" y="13"/>
                  </a:cubicBezTo>
                  <a:cubicBezTo>
                    <a:pt x="112" y="13"/>
                    <a:pt x="112" y="13"/>
                    <a:pt x="111" y="13"/>
                  </a:cubicBezTo>
                  <a:close/>
                  <a:moveTo>
                    <a:pt x="70" y="0"/>
                  </a:moveTo>
                  <a:cubicBezTo>
                    <a:pt x="34" y="0"/>
                    <a:pt x="1" y="25"/>
                    <a:pt x="1" y="67"/>
                  </a:cubicBezTo>
                  <a:cubicBezTo>
                    <a:pt x="1" y="108"/>
                    <a:pt x="33" y="133"/>
                    <a:pt x="69" y="133"/>
                  </a:cubicBezTo>
                  <a:cubicBezTo>
                    <a:pt x="81" y="133"/>
                    <a:pt x="92" y="131"/>
                    <a:pt x="103" y="125"/>
                  </a:cubicBezTo>
                  <a:cubicBezTo>
                    <a:pt x="105" y="124"/>
                    <a:pt x="106" y="123"/>
                    <a:pt x="110" y="121"/>
                  </a:cubicBezTo>
                  <a:cubicBezTo>
                    <a:pt x="111" y="120"/>
                    <a:pt x="112" y="120"/>
                    <a:pt x="112" y="120"/>
                  </a:cubicBezTo>
                  <a:lnTo>
                    <a:pt x="112" y="120"/>
                  </a:lnTo>
                  <a:cubicBezTo>
                    <a:pt x="113" y="120"/>
                    <a:pt x="111" y="121"/>
                    <a:pt x="109" y="123"/>
                  </a:cubicBezTo>
                  <a:cubicBezTo>
                    <a:pt x="114" y="123"/>
                    <a:pt x="120" y="121"/>
                    <a:pt x="125" y="120"/>
                  </a:cubicBezTo>
                  <a:cubicBezTo>
                    <a:pt x="137" y="119"/>
                    <a:pt x="147" y="118"/>
                    <a:pt x="159" y="115"/>
                  </a:cubicBezTo>
                  <a:cubicBezTo>
                    <a:pt x="180" y="113"/>
                    <a:pt x="197" y="87"/>
                    <a:pt x="197" y="66"/>
                  </a:cubicBezTo>
                  <a:cubicBezTo>
                    <a:pt x="194" y="47"/>
                    <a:pt x="182" y="23"/>
                    <a:pt x="160" y="18"/>
                  </a:cubicBezTo>
                  <a:cubicBezTo>
                    <a:pt x="147" y="17"/>
                    <a:pt x="137" y="15"/>
                    <a:pt x="125" y="13"/>
                  </a:cubicBezTo>
                  <a:cubicBezTo>
                    <a:pt x="120" y="12"/>
                    <a:pt x="114" y="12"/>
                    <a:pt x="109" y="10"/>
                  </a:cubicBezTo>
                  <a:lnTo>
                    <a:pt x="109" y="10"/>
                  </a:lnTo>
                  <a:cubicBezTo>
                    <a:pt x="109" y="11"/>
                    <a:pt x="109" y="11"/>
                    <a:pt x="109" y="11"/>
                  </a:cubicBezTo>
                  <a:lnTo>
                    <a:pt x="109" y="11"/>
                  </a:lnTo>
                  <a:cubicBezTo>
                    <a:pt x="108" y="10"/>
                    <a:pt x="106" y="9"/>
                    <a:pt x="103" y="8"/>
                  </a:cubicBezTo>
                  <a:cubicBezTo>
                    <a:pt x="92" y="3"/>
                    <a:pt x="8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0075" lIns="90000" spcFirstLastPara="1" rIns="90000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"/>
            <p:cNvSpPr/>
            <p:nvPr/>
          </p:nvSpPr>
          <p:spPr>
            <a:xfrm>
              <a:off x="5992920" y="785880"/>
              <a:ext cx="19800" cy="29520"/>
            </a:xfrm>
            <a:custGeom>
              <a:rect b="b" l="l" r="r" t="t"/>
              <a:pathLst>
                <a:path extrusionOk="0" h="198" w="135">
                  <a:moveTo>
                    <a:pt x="68" y="1"/>
                  </a:moveTo>
                  <a:cubicBezTo>
                    <a:pt x="29" y="3"/>
                    <a:pt x="8" y="30"/>
                    <a:pt x="3" y="66"/>
                  </a:cubicBezTo>
                  <a:cubicBezTo>
                    <a:pt x="1" y="78"/>
                    <a:pt x="4" y="88"/>
                    <a:pt x="9" y="99"/>
                  </a:cubicBezTo>
                  <a:lnTo>
                    <a:pt x="14" y="142"/>
                  </a:lnTo>
                  <a:cubicBezTo>
                    <a:pt x="16" y="171"/>
                    <a:pt x="36" y="197"/>
                    <a:pt x="66" y="197"/>
                  </a:cubicBezTo>
                  <a:cubicBezTo>
                    <a:pt x="67" y="197"/>
                    <a:pt x="67" y="197"/>
                    <a:pt x="68" y="197"/>
                  </a:cubicBezTo>
                  <a:cubicBezTo>
                    <a:pt x="100" y="196"/>
                    <a:pt x="119" y="173"/>
                    <a:pt x="123" y="142"/>
                  </a:cubicBezTo>
                  <a:lnTo>
                    <a:pt x="127" y="99"/>
                  </a:lnTo>
                  <a:cubicBezTo>
                    <a:pt x="131" y="88"/>
                    <a:pt x="135" y="79"/>
                    <a:pt x="134" y="66"/>
                  </a:cubicBezTo>
                  <a:cubicBezTo>
                    <a:pt x="131" y="48"/>
                    <a:pt x="129" y="34"/>
                    <a:pt x="114" y="20"/>
                  </a:cubicBezTo>
                  <a:cubicBezTo>
                    <a:pt x="102" y="9"/>
                    <a:pt x="84" y="1"/>
                    <a:pt x="6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"/>
            <p:cNvSpPr/>
            <p:nvPr/>
          </p:nvSpPr>
          <p:spPr>
            <a:xfrm>
              <a:off x="5623560" y="-42840"/>
              <a:ext cx="267480" cy="766800"/>
            </a:xfrm>
            <a:custGeom>
              <a:rect b="b" l="l" r="r" t="t"/>
              <a:pathLst>
                <a:path extrusionOk="0" h="5038" w="1761">
                  <a:moveTo>
                    <a:pt x="1384" y="1"/>
                  </a:moveTo>
                  <a:cubicBezTo>
                    <a:pt x="439" y="1"/>
                    <a:pt x="0" y="1097"/>
                    <a:pt x="92" y="1921"/>
                  </a:cubicBezTo>
                  <a:cubicBezTo>
                    <a:pt x="221" y="3063"/>
                    <a:pt x="906" y="4210"/>
                    <a:pt x="1689" y="5027"/>
                  </a:cubicBezTo>
                  <a:cubicBezTo>
                    <a:pt x="1696" y="5034"/>
                    <a:pt x="1704" y="5037"/>
                    <a:pt x="1712" y="5037"/>
                  </a:cubicBezTo>
                  <a:cubicBezTo>
                    <a:pt x="1738" y="5037"/>
                    <a:pt x="1761" y="5002"/>
                    <a:pt x="1739" y="4976"/>
                  </a:cubicBezTo>
                  <a:cubicBezTo>
                    <a:pt x="1128" y="4241"/>
                    <a:pt x="605" y="3428"/>
                    <a:pt x="327" y="2505"/>
                  </a:cubicBezTo>
                  <a:cubicBezTo>
                    <a:pt x="24" y="1502"/>
                    <a:pt x="247" y="155"/>
                    <a:pt x="1513" y="58"/>
                  </a:cubicBezTo>
                  <a:cubicBezTo>
                    <a:pt x="1544" y="54"/>
                    <a:pt x="1544" y="12"/>
                    <a:pt x="1513" y="7"/>
                  </a:cubicBezTo>
                  <a:cubicBezTo>
                    <a:pt x="1469" y="3"/>
                    <a:pt x="1426" y="1"/>
                    <a:pt x="138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"/>
            <p:cNvSpPr/>
            <p:nvPr/>
          </p:nvSpPr>
          <p:spPr>
            <a:xfrm>
              <a:off x="5933880" y="-79200"/>
              <a:ext cx="30600" cy="22680"/>
            </a:xfrm>
            <a:custGeom>
              <a:rect b="b" l="l" r="r" t="t"/>
              <a:pathLst>
                <a:path extrusionOk="0" h="153" w="206">
                  <a:moveTo>
                    <a:pt x="75" y="0"/>
                  </a:moveTo>
                  <a:cubicBezTo>
                    <a:pt x="36" y="0"/>
                    <a:pt x="1" y="38"/>
                    <a:pt x="2" y="77"/>
                  </a:cubicBezTo>
                  <a:cubicBezTo>
                    <a:pt x="4" y="114"/>
                    <a:pt x="34" y="152"/>
                    <a:pt x="73" y="152"/>
                  </a:cubicBezTo>
                  <a:cubicBezTo>
                    <a:pt x="75" y="152"/>
                    <a:pt x="76" y="152"/>
                    <a:pt x="78" y="152"/>
                  </a:cubicBezTo>
                  <a:cubicBezTo>
                    <a:pt x="100" y="151"/>
                    <a:pt x="124" y="151"/>
                    <a:pt x="146" y="145"/>
                  </a:cubicBezTo>
                  <a:cubicBezTo>
                    <a:pt x="173" y="136"/>
                    <a:pt x="206" y="109"/>
                    <a:pt x="205" y="78"/>
                  </a:cubicBezTo>
                  <a:cubicBezTo>
                    <a:pt x="204" y="44"/>
                    <a:pt x="177" y="19"/>
                    <a:pt x="148" y="10"/>
                  </a:cubicBezTo>
                  <a:cubicBezTo>
                    <a:pt x="126" y="2"/>
                    <a:pt x="101" y="2"/>
                    <a:pt x="78" y="0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"/>
            <p:cNvSpPr/>
            <p:nvPr/>
          </p:nvSpPr>
          <p:spPr>
            <a:xfrm>
              <a:off x="6050160" y="-55440"/>
              <a:ext cx="29160" cy="20520"/>
            </a:xfrm>
            <a:custGeom>
              <a:rect b="b" l="l" r="r" t="t"/>
              <a:pathLst>
                <a:path extrusionOk="0" h="140" w="196">
                  <a:moveTo>
                    <a:pt x="70" y="0"/>
                  </a:moveTo>
                  <a:cubicBezTo>
                    <a:pt x="34" y="0"/>
                    <a:pt x="1" y="34"/>
                    <a:pt x="3" y="71"/>
                  </a:cubicBezTo>
                  <a:cubicBezTo>
                    <a:pt x="4" y="106"/>
                    <a:pt x="31" y="140"/>
                    <a:pt x="69" y="140"/>
                  </a:cubicBezTo>
                  <a:cubicBezTo>
                    <a:pt x="70" y="140"/>
                    <a:pt x="71" y="140"/>
                    <a:pt x="72" y="140"/>
                  </a:cubicBezTo>
                  <a:cubicBezTo>
                    <a:pt x="95" y="139"/>
                    <a:pt x="117" y="139"/>
                    <a:pt x="139" y="133"/>
                  </a:cubicBezTo>
                  <a:cubicBezTo>
                    <a:pt x="165" y="125"/>
                    <a:pt x="195" y="100"/>
                    <a:pt x="194" y="71"/>
                  </a:cubicBezTo>
                  <a:cubicBezTo>
                    <a:pt x="192" y="40"/>
                    <a:pt x="168" y="16"/>
                    <a:pt x="142" y="9"/>
                  </a:cubicBezTo>
                  <a:cubicBezTo>
                    <a:pt x="119" y="2"/>
                    <a:pt x="95" y="2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0425" lIns="90000" spcFirstLastPara="1" rIns="90000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>
              <a:off x="6176160" y="24480"/>
              <a:ext cx="21960" cy="30960"/>
            </a:xfrm>
            <a:custGeom>
              <a:rect b="b" l="l" r="r" t="t"/>
              <a:pathLst>
                <a:path extrusionOk="0" h="208" w="150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36" y="2"/>
                    <a:pt x="1" y="33"/>
                    <a:pt x="2" y="74"/>
                  </a:cubicBezTo>
                  <a:cubicBezTo>
                    <a:pt x="3" y="101"/>
                    <a:pt x="3" y="129"/>
                    <a:pt x="8" y="156"/>
                  </a:cubicBezTo>
                  <a:cubicBezTo>
                    <a:pt x="12" y="180"/>
                    <a:pt x="34" y="198"/>
                    <a:pt x="57" y="205"/>
                  </a:cubicBezTo>
                  <a:cubicBezTo>
                    <a:pt x="63" y="207"/>
                    <a:pt x="70" y="207"/>
                    <a:pt x="76" y="207"/>
                  </a:cubicBezTo>
                  <a:cubicBezTo>
                    <a:pt x="82" y="207"/>
                    <a:pt x="89" y="207"/>
                    <a:pt x="94" y="205"/>
                  </a:cubicBezTo>
                  <a:cubicBezTo>
                    <a:pt x="116" y="198"/>
                    <a:pt x="138" y="180"/>
                    <a:pt x="142" y="156"/>
                  </a:cubicBezTo>
                  <a:cubicBezTo>
                    <a:pt x="147" y="129"/>
                    <a:pt x="147" y="101"/>
                    <a:pt x="148" y="74"/>
                  </a:cubicBezTo>
                  <a:cubicBezTo>
                    <a:pt x="149" y="37"/>
                    <a:pt x="117" y="1"/>
                    <a:pt x="7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5825" lIns="90000" spcFirstLastPara="1" rIns="90000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"/>
            <p:cNvSpPr/>
            <p:nvPr/>
          </p:nvSpPr>
          <p:spPr>
            <a:xfrm>
              <a:off x="5723640" y="146160"/>
              <a:ext cx="829080" cy="905040"/>
            </a:xfrm>
            <a:custGeom>
              <a:rect b="b" l="l" r="r" t="t"/>
              <a:pathLst>
                <a:path extrusionOk="0" h="5945" w="5446">
                  <a:moveTo>
                    <a:pt x="3640" y="0"/>
                  </a:moveTo>
                  <a:cubicBezTo>
                    <a:pt x="3611" y="0"/>
                    <a:pt x="3581" y="33"/>
                    <a:pt x="3601" y="60"/>
                  </a:cubicBezTo>
                  <a:cubicBezTo>
                    <a:pt x="4132" y="806"/>
                    <a:pt x="4526" y="1634"/>
                    <a:pt x="4734" y="2526"/>
                  </a:cubicBezTo>
                  <a:cubicBezTo>
                    <a:pt x="4852" y="3043"/>
                    <a:pt x="4924" y="3572"/>
                    <a:pt x="4974" y="4100"/>
                  </a:cubicBezTo>
                  <a:cubicBezTo>
                    <a:pt x="5022" y="4608"/>
                    <a:pt x="5033" y="5246"/>
                    <a:pt x="4580" y="5587"/>
                  </a:cubicBezTo>
                  <a:cubicBezTo>
                    <a:pt x="4408" y="5716"/>
                    <a:pt x="4206" y="5769"/>
                    <a:pt x="3988" y="5769"/>
                  </a:cubicBezTo>
                  <a:cubicBezTo>
                    <a:pt x="3278" y="5769"/>
                    <a:pt x="2407" y="5208"/>
                    <a:pt x="1921" y="4881"/>
                  </a:cubicBezTo>
                  <a:cubicBezTo>
                    <a:pt x="1195" y="4389"/>
                    <a:pt x="628" y="3760"/>
                    <a:pt x="89" y="3077"/>
                  </a:cubicBezTo>
                  <a:cubicBezTo>
                    <a:pt x="80" y="3067"/>
                    <a:pt x="70" y="3063"/>
                    <a:pt x="60" y="3063"/>
                  </a:cubicBezTo>
                  <a:cubicBezTo>
                    <a:pt x="30" y="3063"/>
                    <a:pt x="1" y="3100"/>
                    <a:pt x="19" y="3132"/>
                  </a:cubicBezTo>
                  <a:cubicBezTo>
                    <a:pt x="496" y="4000"/>
                    <a:pt x="1274" y="4706"/>
                    <a:pt x="2113" y="5216"/>
                  </a:cubicBezTo>
                  <a:cubicBezTo>
                    <a:pt x="2588" y="5504"/>
                    <a:pt x="3348" y="5945"/>
                    <a:pt x="4004" y="5945"/>
                  </a:cubicBezTo>
                  <a:cubicBezTo>
                    <a:pt x="4253" y="5945"/>
                    <a:pt x="4486" y="5882"/>
                    <a:pt x="4684" y="5724"/>
                  </a:cubicBezTo>
                  <a:cubicBezTo>
                    <a:pt x="5445" y="5118"/>
                    <a:pt x="5127" y="3853"/>
                    <a:pt x="4988" y="3046"/>
                  </a:cubicBezTo>
                  <a:cubicBezTo>
                    <a:pt x="4794" y="1923"/>
                    <a:pt x="4386" y="899"/>
                    <a:pt x="3666" y="12"/>
                  </a:cubicBezTo>
                  <a:cubicBezTo>
                    <a:pt x="3659" y="4"/>
                    <a:pt x="3649" y="0"/>
                    <a:pt x="364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6123600" y="804240"/>
              <a:ext cx="301680" cy="158400"/>
            </a:xfrm>
            <a:custGeom>
              <a:rect b="b" l="l" r="r" t="t"/>
              <a:pathLst>
                <a:path extrusionOk="0" h="1045" w="1986">
                  <a:moveTo>
                    <a:pt x="1737" y="1"/>
                  </a:moveTo>
                  <a:cubicBezTo>
                    <a:pt x="1716" y="1"/>
                    <a:pt x="1694" y="18"/>
                    <a:pt x="1702" y="45"/>
                  </a:cubicBezTo>
                  <a:cubicBezTo>
                    <a:pt x="1821" y="403"/>
                    <a:pt x="1640" y="784"/>
                    <a:pt x="1275" y="909"/>
                  </a:cubicBezTo>
                  <a:cubicBezTo>
                    <a:pt x="1183" y="940"/>
                    <a:pt x="1090" y="954"/>
                    <a:pt x="998" y="954"/>
                  </a:cubicBezTo>
                  <a:cubicBezTo>
                    <a:pt x="662" y="954"/>
                    <a:pt x="336" y="769"/>
                    <a:pt x="56" y="592"/>
                  </a:cubicBezTo>
                  <a:cubicBezTo>
                    <a:pt x="50" y="589"/>
                    <a:pt x="45" y="587"/>
                    <a:pt x="39" y="587"/>
                  </a:cubicBezTo>
                  <a:cubicBezTo>
                    <a:pt x="14" y="587"/>
                    <a:pt x="0" y="626"/>
                    <a:pt x="25" y="645"/>
                  </a:cubicBezTo>
                  <a:cubicBezTo>
                    <a:pt x="301" y="848"/>
                    <a:pt x="671" y="1045"/>
                    <a:pt x="1029" y="1045"/>
                  </a:cubicBezTo>
                  <a:cubicBezTo>
                    <a:pt x="1182" y="1045"/>
                    <a:pt x="1332" y="1009"/>
                    <a:pt x="1472" y="924"/>
                  </a:cubicBezTo>
                  <a:cubicBezTo>
                    <a:pt x="1771" y="742"/>
                    <a:pt x="1985" y="335"/>
                    <a:pt x="1767" y="17"/>
                  </a:cubicBezTo>
                  <a:cubicBezTo>
                    <a:pt x="1760" y="6"/>
                    <a:pt x="1749" y="1"/>
                    <a:pt x="173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9550" lIns="90000" spcFirstLastPara="1" rIns="90000" wrap="square" tIns="7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6119280" y="135720"/>
              <a:ext cx="193320" cy="580680"/>
            </a:xfrm>
            <a:custGeom>
              <a:rect b="b" l="l" r="r" t="t"/>
              <a:pathLst>
                <a:path extrusionOk="0" h="3816" w="1274">
                  <a:moveTo>
                    <a:pt x="56" y="1"/>
                  </a:moveTo>
                  <a:cubicBezTo>
                    <a:pt x="28" y="1"/>
                    <a:pt x="1" y="32"/>
                    <a:pt x="20" y="60"/>
                  </a:cubicBezTo>
                  <a:cubicBezTo>
                    <a:pt x="389" y="606"/>
                    <a:pt x="714" y="1120"/>
                    <a:pt x="878" y="1769"/>
                  </a:cubicBezTo>
                  <a:cubicBezTo>
                    <a:pt x="1047" y="2438"/>
                    <a:pt x="1045" y="3132"/>
                    <a:pt x="909" y="3807"/>
                  </a:cubicBezTo>
                  <a:cubicBezTo>
                    <a:pt x="908" y="3812"/>
                    <a:pt x="912" y="3815"/>
                    <a:pt x="916" y="3815"/>
                  </a:cubicBezTo>
                  <a:cubicBezTo>
                    <a:pt x="918" y="3815"/>
                    <a:pt x="920" y="3814"/>
                    <a:pt x="921" y="3811"/>
                  </a:cubicBezTo>
                  <a:cubicBezTo>
                    <a:pt x="1274" y="2562"/>
                    <a:pt x="1020" y="964"/>
                    <a:pt x="83" y="12"/>
                  </a:cubicBezTo>
                  <a:cubicBezTo>
                    <a:pt x="75" y="4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>
              <a:off x="6012360" y="69840"/>
              <a:ext cx="27000" cy="37080"/>
            </a:xfrm>
            <a:custGeom>
              <a:rect b="b" l="l" r="r" t="t"/>
              <a:pathLst>
                <a:path extrusionOk="0" h="247" w="182">
                  <a:moveTo>
                    <a:pt x="91" y="1"/>
                  </a:moveTo>
                  <a:cubicBezTo>
                    <a:pt x="76" y="1"/>
                    <a:pt x="61" y="5"/>
                    <a:pt x="49" y="13"/>
                  </a:cubicBezTo>
                  <a:cubicBezTo>
                    <a:pt x="12" y="35"/>
                    <a:pt x="1" y="68"/>
                    <a:pt x="1" y="109"/>
                  </a:cubicBezTo>
                  <a:lnTo>
                    <a:pt x="1" y="156"/>
                  </a:lnTo>
                  <a:cubicBezTo>
                    <a:pt x="1" y="202"/>
                    <a:pt x="40" y="246"/>
                    <a:pt x="86" y="246"/>
                  </a:cubicBezTo>
                  <a:cubicBezTo>
                    <a:pt x="88" y="246"/>
                    <a:pt x="89" y="246"/>
                    <a:pt x="91" y="246"/>
                  </a:cubicBezTo>
                  <a:cubicBezTo>
                    <a:pt x="140" y="244"/>
                    <a:pt x="181" y="207"/>
                    <a:pt x="181" y="156"/>
                  </a:cubicBezTo>
                  <a:lnTo>
                    <a:pt x="181" y="109"/>
                  </a:lnTo>
                  <a:cubicBezTo>
                    <a:pt x="182" y="68"/>
                    <a:pt x="170" y="35"/>
                    <a:pt x="134" y="13"/>
                  </a:cubicBezTo>
                  <a:cubicBezTo>
                    <a:pt x="121" y="5"/>
                    <a:pt x="106" y="1"/>
                    <a:pt x="9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>
              <a:off x="5886360" y="414360"/>
              <a:ext cx="119160" cy="143280"/>
            </a:xfrm>
            <a:custGeom>
              <a:rect b="b" l="l" r="r" t="t"/>
              <a:pathLst>
                <a:path extrusionOk="0" h="946" w="786">
                  <a:moveTo>
                    <a:pt x="15" y="0"/>
                  </a:moveTo>
                  <a:cubicBezTo>
                    <a:pt x="8" y="0"/>
                    <a:pt x="1" y="7"/>
                    <a:pt x="3" y="14"/>
                  </a:cubicBezTo>
                  <a:cubicBezTo>
                    <a:pt x="103" y="401"/>
                    <a:pt x="386" y="771"/>
                    <a:pt x="752" y="944"/>
                  </a:cubicBezTo>
                  <a:cubicBezTo>
                    <a:pt x="756" y="945"/>
                    <a:pt x="759" y="946"/>
                    <a:pt x="762" y="946"/>
                  </a:cubicBezTo>
                  <a:cubicBezTo>
                    <a:pt x="777" y="946"/>
                    <a:pt x="785" y="926"/>
                    <a:pt x="771" y="915"/>
                  </a:cubicBezTo>
                  <a:cubicBezTo>
                    <a:pt x="429" y="671"/>
                    <a:pt x="188" y="394"/>
                    <a:pt x="23" y="6"/>
                  </a:cubicBezTo>
                  <a:cubicBezTo>
                    <a:pt x="21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2000" lIns="90000" spcFirstLastPara="1" rIns="90000" wrap="square" tIns="72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"/>
            <p:cNvSpPr/>
            <p:nvPr/>
          </p:nvSpPr>
          <p:spPr>
            <a:xfrm>
              <a:off x="6184440" y="498600"/>
              <a:ext cx="28440" cy="33840"/>
            </a:xfrm>
            <a:custGeom>
              <a:rect b="b" l="l" r="r" t="t"/>
              <a:pathLst>
                <a:path extrusionOk="0" h="226" w="192">
                  <a:moveTo>
                    <a:pt x="96" y="1"/>
                  </a:moveTo>
                  <a:cubicBezTo>
                    <a:pt x="69" y="1"/>
                    <a:pt x="42" y="16"/>
                    <a:pt x="34" y="47"/>
                  </a:cubicBezTo>
                  <a:cubicBezTo>
                    <a:pt x="26" y="70"/>
                    <a:pt x="20" y="94"/>
                    <a:pt x="15" y="117"/>
                  </a:cubicBezTo>
                  <a:cubicBezTo>
                    <a:pt x="0" y="171"/>
                    <a:pt x="41" y="225"/>
                    <a:pt x="96" y="225"/>
                  </a:cubicBezTo>
                  <a:cubicBezTo>
                    <a:pt x="151" y="225"/>
                    <a:pt x="192" y="170"/>
                    <a:pt x="177" y="117"/>
                  </a:cubicBezTo>
                  <a:cubicBezTo>
                    <a:pt x="171" y="94"/>
                    <a:pt x="165" y="70"/>
                    <a:pt x="159" y="47"/>
                  </a:cubicBezTo>
                  <a:cubicBezTo>
                    <a:pt x="150" y="16"/>
                    <a:pt x="123" y="1"/>
                    <a:pt x="9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17275" lIns="90000" spcFirstLastPara="1" rIns="90000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"/>
            <p:cNvSpPr/>
            <p:nvPr/>
          </p:nvSpPr>
          <p:spPr>
            <a:xfrm>
              <a:off x="5552640" y="-153720"/>
              <a:ext cx="514440" cy="698760"/>
            </a:xfrm>
            <a:custGeom>
              <a:rect b="b" l="l" r="r" t="t"/>
              <a:pathLst>
                <a:path extrusionOk="0" h="4591" w="3381">
                  <a:moveTo>
                    <a:pt x="1779" y="1"/>
                  </a:moveTo>
                  <a:cubicBezTo>
                    <a:pt x="1170" y="1"/>
                    <a:pt x="601" y="217"/>
                    <a:pt x="307" y="831"/>
                  </a:cubicBezTo>
                  <a:cubicBezTo>
                    <a:pt x="79" y="1307"/>
                    <a:pt x="96" y="1863"/>
                    <a:pt x="168" y="2373"/>
                  </a:cubicBezTo>
                  <a:cubicBezTo>
                    <a:pt x="277" y="3136"/>
                    <a:pt x="496" y="3880"/>
                    <a:pt x="811" y="4582"/>
                  </a:cubicBezTo>
                  <a:cubicBezTo>
                    <a:pt x="813" y="4588"/>
                    <a:pt x="819" y="4591"/>
                    <a:pt x="825" y="4591"/>
                  </a:cubicBezTo>
                  <a:cubicBezTo>
                    <a:pt x="836" y="4591"/>
                    <a:pt x="849" y="4580"/>
                    <a:pt x="843" y="4568"/>
                  </a:cubicBezTo>
                  <a:cubicBezTo>
                    <a:pt x="457" y="3570"/>
                    <a:pt x="1" y="2294"/>
                    <a:pt x="263" y="1216"/>
                  </a:cubicBezTo>
                  <a:cubicBezTo>
                    <a:pt x="429" y="543"/>
                    <a:pt x="988" y="148"/>
                    <a:pt x="1665" y="109"/>
                  </a:cubicBezTo>
                  <a:cubicBezTo>
                    <a:pt x="1704" y="107"/>
                    <a:pt x="1742" y="106"/>
                    <a:pt x="1780" y="106"/>
                  </a:cubicBezTo>
                  <a:cubicBezTo>
                    <a:pt x="2316" y="106"/>
                    <a:pt x="2810" y="322"/>
                    <a:pt x="3324" y="450"/>
                  </a:cubicBezTo>
                  <a:cubicBezTo>
                    <a:pt x="3327" y="450"/>
                    <a:pt x="3329" y="450"/>
                    <a:pt x="3331" y="450"/>
                  </a:cubicBezTo>
                  <a:cubicBezTo>
                    <a:pt x="3362" y="450"/>
                    <a:pt x="3381" y="407"/>
                    <a:pt x="3349" y="392"/>
                  </a:cubicBezTo>
                  <a:cubicBezTo>
                    <a:pt x="2906" y="175"/>
                    <a:pt x="2326" y="1"/>
                    <a:pt x="177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8"/>
          <p:cNvGrpSpPr/>
          <p:nvPr/>
        </p:nvGrpSpPr>
        <p:grpSpPr>
          <a:xfrm>
            <a:off x="7207560" y="3101040"/>
            <a:ext cx="2117880" cy="938520"/>
            <a:chOff x="7207560" y="3101040"/>
            <a:chExt cx="2117880" cy="938520"/>
          </a:xfrm>
        </p:grpSpPr>
        <p:sp>
          <p:nvSpPr>
            <p:cNvPr id="33" name="Google Shape;33;p8"/>
            <p:cNvSpPr/>
            <p:nvPr/>
          </p:nvSpPr>
          <p:spPr>
            <a:xfrm flipH="1">
              <a:off x="7314480" y="3466080"/>
              <a:ext cx="109800" cy="78480"/>
            </a:xfrm>
            <a:custGeom>
              <a:rect b="b" l="l" r="r" t="t"/>
              <a:pathLst>
                <a:path extrusionOk="0" h="315" w="439">
                  <a:moveTo>
                    <a:pt x="216" y="0"/>
                  </a:moveTo>
                  <a:cubicBezTo>
                    <a:pt x="50" y="0"/>
                    <a:pt x="1" y="267"/>
                    <a:pt x="183" y="310"/>
                  </a:cubicBezTo>
                  <a:cubicBezTo>
                    <a:pt x="196" y="313"/>
                    <a:pt x="210" y="315"/>
                    <a:pt x="222" y="315"/>
                  </a:cubicBezTo>
                  <a:cubicBezTo>
                    <a:pt x="388" y="315"/>
                    <a:pt x="438" y="47"/>
                    <a:pt x="255" y="5"/>
                  </a:cubicBezTo>
                  <a:cubicBezTo>
                    <a:pt x="241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"/>
            <p:cNvSpPr/>
            <p:nvPr/>
          </p:nvSpPr>
          <p:spPr>
            <a:xfrm flipH="1">
              <a:off x="7629120" y="3494160"/>
              <a:ext cx="112320" cy="100440"/>
            </a:xfrm>
            <a:custGeom>
              <a:rect b="b" l="l" r="r" t="t"/>
              <a:pathLst>
                <a:path extrusionOk="0" h="402" w="450">
                  <a:moveTo>
                    <a:pt x="189" y="1"/>
                  </a:moveTo>
                  <a:cubicBezTo>
                    <a:pt x="164" y="1"/>
                    <a:pt x="140" y="7"/>
                    <a:pt x="118" y="19"/>
                  </a:cubicBezTo>
                  <a:cubicBezTo>
                    <a:pt x="94" y="27"/>
                    <a:pt x="74" y="42"/>
                    <a:pt x="58" y="60"/>
                  </a:cubicBezTo>
                  <a:cubicBezTo>
                    <a:pt x="36" y="86"/>
                    <a:pt x="20" y="116"/>
                    <a:pt x="9" y="147"/>
                  </a:cubicBezTo>
                  <a:cubicBezTo>
                    <a:pt x="0" y="174"/>
                    <a:pt x="0" y="199"/>
                    <a:pt x="6" y="223"/>
                  </a:cubicBezTo>
                  <a:cubicBezTo>
                    <a:pt x="9" y="241"/>
                    <a:pt x="12" y="256"/>
                    <a:pt x="21" y="271"/>
                  </a:cubicBezTo>
                  <a:cubicBezTo>
                    <a:pt x="29" y="294"/>
                    <a:pt x="43" y="314"/>
                    <a:pt x="62" y="331"/>
                  </a:cubicBezTo>
                  <a:lnTo>
                    <a:pt x="103" y="360"/>
                  </a:lnTo>
                  <a:cubicBezTo>
                    <a:pt x="134" y="372"/>
                    <a:pt x="166" y="383"/>
                    <a:pt x="198" y="395"/>
                  </a:cubicBezTo>
                  <a:cubicBezTo>
                    <a:pt x="212" y="400"/>
                    <a:pt x="226" y="402"/>
                    <a:pt x="241" y="402"/>
                  </a:cubicBezTo>
                  <a:cubicBezTo>
                    <a:pt x="278" y="402"/>
                    <a:pt x="316" y="388"/>
                    <a:pt x="347" y="372"/>
                  </a:cubicBezTo>
                  <a:cubicBezTo>
                    <a:pt x="393" y="346"/>
                    <a:pt x="420" y="298"/>
                    <a:pt x="435" y="249"/>
                  </a:cubicBezTo>
                  <a:cubicBezTo>
                    <a:pt x="449" y="201"/>
                    <a:pt x="436" y="141"/>
                    <a:pt x="412" y="100"/>
                  </a:cubicBezTo>
                  <a:cubicBezTo>
                    <a:pt x="398" y="78"/>
                    <a:pt x="381" y="60"/>
                    <a:pt x="359" y="47"/>
                  </a:cubicBezTo>
                  <a:cubicBezTo>
                    <a:pt x="339" y="29"/>
                    <a:pt x="316" y="18"/>
                    <a:pt x="290" y="12"/>
                  </a:cubicBezTo>
                  <a:cubicBezTo>
                    <a:pt x="257" y="7"/>
                    <a:pt x="223" y="5"/>
                    <a:pt x="18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0400" lIns="90000" spcFirstLastPara="1" rIns="900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"/>
            <p:cNvSpPr/>
            <p:nvPr/>
          </p:nvSpPr>
          <p:spPr>
            <a:xfrm flipH="1">
              <a:off x="7947000" y="3372120"/>
              <a:ext cx="182520" cy="194760"/>
            </a:xfrm>
            <a:custGeom>
              <a:rect b="b" l="l" r="r" t="t"/>
              <a:pathLst>
                <a:path extrusionOk="0" h="777" w="729">
                  <a:moveTo>
                    <a:pt x="378" y="0"/>
                  </a:moveTo>
                  <a:cubicBezTo>
                    <a:pt x="355" y="0"/>
                    <a:pt x="333" y="3"/>
                    <a:pt x="310" y="9"/>
                  </a:cubicBezTo>
                  <a:cubicBezTo>
                    <a:pt x="264" y="13"/>
                    <a:pt x="222" y="26"/>
                    <a:pt x="183" y="53"/>
                  </a:cubicBezTo>
                  <a:cubicBezTo>
                    <a:pt x="142" y="77"/>
                    <a:pt x="110" y="108"/>
                    <a:pt x="86" y="147"/>
                  </a:cubicBezTo>
                  <a:cubicBezTo>
                    <a:pt x="56" y="182"/>
                    <a:pt x="35" y="224"/>
                    <a:pt x="27" y="272"/>
                  </a:cubicBezTo>
                  <a:lnTo>
                    <a:pt x="14" y="345"/>
                  </a:lnTo>
                  <a:cubicBezTo>
                    <a:pt x="0" y="406"/>
                    <a:pt x="1" y="468"/>
                    <a:pt x="19" y="528"/>
                  </a:cubicBezTo>
                  <a:cubicBezTo>
                    <a:pt x="32" y="554"/>
                    <a:pt x="44" y="581"/>
                    <a:pt x="56" y="609"/>
                  </a:cubicBezTo>
                  <a:cubicBezTo>
                    <a:pt x="89" y="662"/>
                    <a:pt x="132" y="702"/>
                    <a:pt x="185" y="732"/>
                  </a:cubicBezTo>
                  <a:cubicBezTo>
                    <a:pt x="215" y="743"/>
                    <a:pt x="244" y="754"/>
                    <a:pt x="273" y="766"/>
                  </a:cubicBezTo>
                  <a:cubicBezTo>
                    <a:pt x="297" y="773"/>
                    <a:pt x="321" y="776"/>
                    <a:pt x="345" y="776"/>
                  </a:cubicBezTo>
                  <a:cubicBezTo>
                    <a:pt x="367" y="776"/>
                    <a:pt x="390" y="773"/>
                    <a:pt x="412" y="768"/>
                  </a:cubicBezTo>
                  <a:cubicBezTo>
                    <a:pt x="457" y="763"/>
                    <a:pt x="498" y="749"/>
                    <a:pt x="537" y="723"/>
                  </a:cubicBezTo>
                  <a:cubicBezTo>
                    <a:pt x="578" y="699"/>
                    <a:pt x="610" y="669"/>
                    <a:pt x="635" y="630"/>
                  </a:cubicBezTo>
                  <a:cubicBezTo>
                    <a:pt x="666" y="595"/>
                    <a:pt x="686" y="553"/>
                    <a:pt x="694" y="506"/>
                  </a:cubicBezTo>
                  <a:lnTo>
                    <a:pt x="714" y="435"/>
                  </a:lnTo>
                  <a:cubicBezTo>
                    <a:pt x="729" y="374"/>
                    <a:pt x="726" y="312"/>
                    <a:pt x="708" y="250"/>
                  </a:cubicBezTo>
                  <a:cubicBezTo>
                    <a:pt x="694" y="223"/>
                    <a:pt x="683" y="196"/>
                    <a:pt x="670" y="168"/>
                  </a:cubicBezTo>
                  <a:cubicBezTo>
                    <a:pt x="637" y="115"/>
                    <a:pt x="594" y="73"/>
                    <a:pt x="539" y="44"/>
                  </a:cubicBezTo>
                  <a:cubicBezTo>
                    <a:pt x="509" y="32"/>
                    <a:pt x="480" y="21"/>
                    <a:pt x="450" y="10"/>
                  </a:cubicBezTo>
                  <a:cubicBezTo>
                    <a:pt x="426" y="3"/>
                    <a:pt x="402" y="0"/>
                    <a:pt x="37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 flipH="1">
              <a:off x="8336160" y="3171960"/>
              <a:ext cx="171000" cy="160920"/>
            </a:xfrm>
            <a:custGeom>
              <a:rect b="b" l="l" r="r" t="t"/>
              <a:pathLst>
                <a:path extrusionOk="0" h="643" w="682">
                  <a:moveTo>
                    <a:pt x="299" y="0"/>
                  </a:moveTo>
                  <a:cubicBezTo>
                    <a:pt x="273" y="0"/>
                    <a:pt x="245" y="4"/>
                    <a:pt x="217" y="11"/>
                  </a:cubicBezTo>
                  <a:cubicBezTo>
                    <a:pt x="187" y="19"/>
                    <a:pt x="146" y="42"/>
                    <a:pt x="114" y="58"/>
                  </a:cubicBezTo>
                  <a:cubicBezTo>
                    <a:pt x="37" y="95"/>
                    <a:pt x="4" y="191"/>
                    <a:pt x="2" y="266"/>
                  </a:cubicBezTo>
                  <a:cubicBezTo>
                    <a:pt x="1" y="298"/>
                    <a:pt x="2" y="322"/>
                    <a:pt x="7" y="352"/>
                  </a:cubicBezTo>
                  <a:cubicBezTo>
                    <a:pt x="22" y="439"/>
                    <a:pt x="69" y="501"/>
                    <a:pt x="132" y="558"/>
                  </a:cubicBezTo>
                  <a:cubicBezTo>
                    <a:pt x="194" y="614"/>
                    <a:pt x="272" y="642"/>
                    <a:pt x="348" y="642"/>
                  </a:cubicBezTo>
                  <a:cubicBezTo>
                    <a:pt x="444" y="642"/>
                    <a:pt x="538" y="598"/>
                    <a:pt x="600" y="514"/>
                  </a:cubicBezTo>
                  <a:cubicBezTo>
                    <a:pt x="656" y="436"/>
                    <a:pt x="681" y="331"/>
                    <a:pt x="649" y="237"/>
                  </a:cubicBezTo>
                  <a:cubicBezTo>
                    <a:pt x="624" y="166"/>
                    <a:pt x="575" y="87"/>
                    <a:pt x="499" y="54"/>
                  </a:cubicBezTo>
                  <a:cubicBezTo>
                    <a:pt x="484" y="48"/>
                    <a:pt x="470" y="41"/>
                    <a:pt x="454" y="35"/>
                  </a:cubicBezTo>
                  <a:cubicBezTo>
                    <a:pt x="401" y="13"/>
                    <a:pt x="351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0625" lIns="90000" spcFirstLastPara="1" rIns="90000" wrap="square" tIns="80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"/>
            <p:cNvSpPr/>
            <p:nvPr/>
          </p:nvSpPr>
          <p:spPr>
            <a:xfrm flipH="1">
              <a:off x="8784360" y="3101040"/>
              <a:ext cx="205560" cy="165960"/>
            </a:xfrm>
            <a:custGeom>
              <a:rect b="b" l="l" r="r" t="t"/>
              <a:pathLst>
                <a:path extrusionOk="0" h="663" w="820">
                  <a:moveTo>
                    <a:pt x="452" y="1"/>
                  </a:moveTo>
                  <a:cubicBezTo>
                    <a:pt x="419" y="1"/>
                    <a:pt x="386" y="6"/>
                    <a:pt x="353" y="18"/>
                  </a:cubicBezTo>
                  <a:cubicBezTo>
                    <a:pt x="287" y="41"/>
                    <a:pt x="237" y="75"/>
                    <a:pt x="183" y="119"/>
                  </a:cubicBezTo>
                  <a:cubicBezTo>
                    <a:pt x="203" y="103"/>
                    <a:pt x="224" y="87"/>
                    <a:pt x="243" y="70"/>
                  </a:cubicBezTo>
                  <a:lnTo>
                    <a:pt x="243" y="70"/>
                  </a:lnTo>
                  <a:cubicBezTo>
                    <a:pt x="213" y="91"/>
                    <a:pt x="182" y="114"/>
                    <a:pt x="153" y="140"/>
                  </a:cubicBezTo>
                  <a:cubicBezTo>
                    <a:pt x="0" y="281"/>
                    <a:pt x="83" y="561"/>
                    <a:pt x="276" y="611"/>
                  </a:cubicBezTo>
                  <a:cubicBezTo>
                    <a:pt x="306" y="631"/>
                    <a:pt x="339" y="645"/>
                    <a:pt x="374" y="653"/>
                  </a:cubicBezTo>
                  <a:cubicBezTo>
                    <a:pt x="400" y="660"/>
                    <a:pt x="426" y="663"/>
                    <a:pt x="452" y="663"/>
                  </a:cubicBezTo>
                  <a:cubicBezTo>
                    <a:pt x="484" y="663"/>
                    <a:pt x="516" y="658"/>
                    <a:pt x="546" y="648"/>
                  </a:cubicBezTo>
                  <a:cubicBezTo>
                    <a:pt x="656" y="614"/>
                    <a:pt x="744" y="521"/>
                    <a:pt x="770" y="409"/>
                  </a:cubicBezTo>
                  <a:cubicBezTo>
                    <a:pt x="819" y="205"/>
                    <a:pt x="652" y="1"/>
                    <a:pt x="4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3150" lIns="90000" spcFirstLastPara="1" rIns="90000" wrap="square" tIns="83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"/>
            <p:cNvSpPr/>
            <p:nvPr/>
          </p:nvSpPr>
          <p:spPr>
            <a:xfrm flipH="1">
              <a:off x="9158760" y="3254040"/>
              <a:ext cx="166680" cy="145080"/>
            </a:xfrm>
            <a:custGeom>
              <a:rect b="b" l="l" r="r" t="t"/>
              <a:pathLst>
                <a:path extrusionOk="0" h="579" w="666">
                  <a:moveTo>
                    <a:pt x="310" y="0"/>
                  </a:moveTo>
                  <a:cubicBezTo>
                    <a:pt x="264" y="0"/>
                    <a:pt x="217" y="11"/>
                    <a:pt x="176" y="33"/>
                  </a:cubicBezTo>
                  <a:cubicBezTo>
                    <a:pt x="99" y="59"/>
                    <a:pt x="37" y="139"/>
                    <a:pt x="19" y="216"/>
                  </a:cubicBezTo>
                  <a:cubicBezTo>
                    <a:pt x="0" y="291"/>
                    <a:pt x="19" y="391"/>
                    <a:pt x="78" y="449"/>
                  </a:cubicBezTo>
                  <a:cubicBezTo>
                    <a:pt x="121" y="509"/>
                    <a:pt x="191" y="549"/>
                    <a:pt x="261" y="564"/>
                  </a:cubicBezTo>
                  <a:cubicBezTo>
                    <a:pt x="301" y="574"/>
                    <a:pt x="349" y="574"/>
                    <a:pt x="391" y="578"/>
                  </a:cubicBezTo>
                  <a:cubicBezTo>
                    <a:pt x="394" y="578"/>
                    <a:pt x="397" y="578"/>
                    <a:pt x="400" y="578"/>
                  </a:cubicBezTo>
                  <a:cubicBezTo>
                    <a:pt x="460" y="578"/>
                    <a:pt x="544" y="534"/>
                    <a:pt x="580" y="491"/>
                  </a:cubicBezTo>
                  <a:cubicBezTo>
                    <a:pt x="613" y="455"/>
                    <a:pt x="637" y="412"/>
                    <a:pt x="649" y="365"/>
                  </a:cubicBezTo>
                  <a:cubicBezTo>
                    <a:pt x="665" y="307"/>
                    <a:pt x="655" y="242"/>
                    <a:pt x="631" y="188"/>
                  </a:cubicBezTo>
                  <a:cubicBezTo>
                    <a:pt x="618" y="154"/>
                    <a:pt x="599" y="125"/>
                    <a:pt x="571" y="101"/>
                  </a:cubicBezTo>
                  <a:cubicBezTo>
                    <a:pt x="553" y="87"/>
                    <a:pt x="533" y="73"/>
                    <a:pt x="513" y="59"/>
                  </a:cubicBezTo>
                  <a:cubicBezTo>
                    <a:pt x="475" y="43"/>
                    <a:pt x="434" y="23"/>
                    <a:pt x="392" y="12"/>
                  </a:cubicBezTo>
                  <a:cubicBezTo>
                    <a:pt x="366" y="4"/>
                    <a:pt x="338" y="0"/>
                    <a:pt x="31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2700" lIns="90000" spcFirstLastPara="1" rIns="90000" wrap="square" tIns="72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"/>
            <p:cNvSpPr/>
            <p:nvPr/>
          </p:nvSpPr>
          <p:spPr>
            <a:xfrm flipH="1">
              <a:off x="7207560" y="3605400"/>
              <a:ext cx="115920" cy="90000"/>
            </a:xfrm>
            <a:custGeom>
              <a:rect b="b" l="l" r="r" t="t"/>
              <a:pathLst>
                <a:path extrusionOk="0" h="360" w="463">
                  <a:moveTo>
                    <a:pt x="284" y="0"/>
                  </a:moveTo>
                  <a:cubicBezTo>
                    <a:pt x="268" y="0"/>
                    <a:pt x="252" y="2"/>
                    <a:pt x="236" y="7"/>
                  </a:cubicBezTo>
                  <a:cubicBezTo>
                    <a:pt x="171" y="27"/>
                    <a:pt x="100" y="44"/>
                    <a:pt x="52" y="96"/>
                  </a:cubicBezTo>
                  <a:cubicBezTo>
                    <a:pt x="15" y="135"/>
                    <a:pt x="1" y="191"/>
                    <a:pt x="17" y="247"/>
                  </a:cubicBezTo>
                  <a:cubicBezTo>
                    <a:pt x="34" y="302"/>
                    <a:pt x="75" y="329"/>
                    <a:pt x="127" y="349"/>
                  </a:cubicBezTo>
                  <a:cubicBezTo>
                    <a:pt x="147" y="357"/>
                    <a:pt x="168" y="359"/>
                    <a:pt x="189" y="359"/>
                  </a:cubicBezTo>
                  <a:cubicBezTo>
                    <a:pt x="239" y="359"/>
                    <a:pt x="291" y="345"/>
                    <a:pt x="337" y="337"/>
                  </a:cubicBezTo>
                  <a:cubicBezTo>
                    <a:pt x="381" y="328"/>
                    <a:pt x="417" y="290"/>
                    <a:pt x="438" y="254"/>
                  </a:cubicBezTo>
                  <a:cubicBezTo>
                    <a:pt x="461" y="213"/>
                    <a:pt x="462" y="164"/>
                    <a:pt x="451" y="120"/>
                  </a:cubicBezTo>
                  <a:cubicBezTo>
                    <a:pt x="433" y="47"/>
                    <a:pt x="358" y="0"/>
                    <a:pt x="28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5350" lIns="90000" spcFirstLastPara="1" rIns="90000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"/>
            <p:cNvSpPr/>
            <p:nvPr/>
          </p:nvSpPr>
          <p:spPr>
            <a:xfrm flipH="1">
              <a:off x="7444800" y="3740760"/>
              <a:ext cx="167040" cy="146520"/>
            </a:xfrm>
            <a:custGeom>
              <a:rect b="b" l="l" r="r" t="t"/>
              <a:pathLst>
                <a:path extrusionOk="0" h="585" w="667">
                  <a:moveTo>
                    <a:pt x="382" y="0"/>
                  </a:moveTo>
                  <a:cubicBezTo>
                    <a:pt x="329" y="0"/>
                    <a:pt x="272" y="12"/>
                    <a:pt x="234" y="41"/>
                  </a:cubicBezTo>
                  <a:cubicBezTo>
                    <a:pt x="203" y="63"/>
                    <a:pt x="173" y="87"/>
                    <a:pt x="143" y="110"/>
                  </a:cubicBezTo>
                  <a:cubicBezTo>
                    <a:pt x="88" y="155"/>
                    <a:pt x="48" y="223"/>
                    <a:pt x="39" y="295"/>
                  </a:cubicBezTo>
                  <a:cubicBezTo>
                    <a:pt x="34" y="311"/>
                    <a:pt x="28" y="324"/>
                    <a:pt x="23" y="340"/>
                  </a:cubicBezTo>
                  <a:cubicBezTo>
                    <a:pt x="0" y="435"/>
                    <a:pt x="64" y="542"/>
                    <a:pt x="160" y="563"/>
                  </a:cubicBezTo>
                  <a:cubicBezTo>
                    <a:pt x="177" y="565"/>
                    <a:pt x="192" y="568"/>
                    <a:pt x="207" y="569"/>
                  </a:cubicBezTo>
                  <a:cubicBezTo>
                    <a:pt x="238" y="579"/>
                    <a:pt x="270" y="584"/>
                    <a:pt x="301" y="584"/>
                  </a:cubicBezTo>
                  <a:cubicBezTo>
                    <a:pt x="342" y="584"/>
                    <a:pt x="383" y="576"/>
                    <a:pt x="420" y="559"/>
                  </a:cubicBezTo>
                  <a:cubicBezTo>
                    <a:pt x="456" y="543"/>
                    <a:pt x="489" y="524"/>
                    <a:pt x="524" y="508"/>
                  </a:cubicBezTo>
                  <a:cubicBezTo>
                    <a:pt x="588" y="476"/>
                    <a:pt x="628" y="404"/>
                    <a:pt x="646" y="338"/>
                  </a:cubicBezTo>
                  <a:cubicBezTo>
                    <a:pt x="666" y="267"/>
                    <a:pt x="648" y="191"/>
                    <a:pt x="613" y="130"/>
                  </a:cubicBezTo>
                  <a:cubicBezTo>
                    <a:pt x="579" y="69"/>
                    <a:pt x="508" y="22"/>
                    <a:pt x="442" y="6"/>
                  </a:cubicBezTo>
                  <a:cubicBezTo>
                    <a:pt x="424" y="2"/>
                    <a:pt x="403" y="0"/>
                    <a:pt x="38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3425" lIns="90000" spcFirstLastPara="1" rIns="90000" wrap="square" tIns="73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8"/>
            <p:cNvSpPr/>
            <p:nvPr/>
          </p:nvSpPr>
          <p:spPr>
            <a:xfrm flipH="1">
              <a:off x="7777440" y="3848400"/>
              <a:ext cx="140040" cy="117720"/>
            </a:xfrm>
            <a:custGeom>
              <a:rect b="b" l="l" r="r" t="t"/>
              <a:pathLst>
                <a:path extrusionOk="0" h="471" w="559">
                  <a:moveTo>
                    <a:pt x="197" y="0"/>
                  </a:moveTo>
                  <a:cubicBezTo>
                    <a:pt x="174" y="0"/>
                    <a:pt x="149" y="4"/>
                    <a:pt x="124" y="14"/>
                  </a:cubicBezTo>
                  <a:cubicBezTo>
                    <a:pt x="56" y="38"/>
                    <a:pt x="1" y="103"/>
                    <a:pt x="5" y="179"/>
                  </a:cubicBezTo>
                  <a:cubicBezTo>
                    <a:pt x="11" y="270"/>
                    <a:pt x="54" y="328"/>
                    <a:pt x="120" y="381"/>
                  </a:cubicBezTo>
                  <a:cubicBezTo>
                    <a:pt x="182" y="430"/>
                    <a:pt x="253" y="444"/>
                    <a:pt x="326" y="465"/>
                  </a:cubicBezTo>
                  <a:cubicBezTo>
                    <a:pt x="339" y="468"/>
                    <a:pt x="353" y="470"/>
                    <a:pt x="366" y="470"/>
                  </a:cubicBezTo>
                  <a:cubicBezTo>
                    <a:pt x="426" y="470"/>
                    <a:pt x="484" y="433"/>
                    <a:pt x="515" y="381"/>
                  </a:cubicBezTo>
                  <a:cubicBezTo>
                    <a:pt x="559" y="312"/>
                    <a:pt x="531" y="231"/>
                    <a:pt x="484" y="176"/>
                  </a:cubicBezTo>
                  <a:cubicBezTo>
                    <a:pt x="471" y="160"/>
                    <a:pt x="455" y="134"/>
                    <a:pt x="440" y="119"/>
                  </a:cubicBezTo>
                  <a:cubicBezTo>
                    <a:pt x="430" y="109"/>
                    <a:pt x="421" y="97"/>
                    <a:pt x="412" y="87"/>
                  </a:cubicBezTo>
                  <a:cubicBezTo>
                    <a:pt x="397" y="71"/>
                    <a:pt x="374" y="58"/>
                    <a:pt x="355" y="47"/>
                  </a:cubicBezTo>
                  <a:cubicBezTo>
                    <a:pt x="302" y="21"/>
                    <a:pt x="251" y="0"/>
                    <a:pt x="1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9025" lIns="90000" spcFirstLastPara="1" rIns="90000" wrap="square" tIns="59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8"/>
            <p:cNvSpPr/>
            <p:nvPr/>
          </p:nvSpPr>
          <p:spPr>
            <a:xfrm flipH="1">
              <a:off x="8108280" y="3796920"/>
              <a:ext cx="79920" cy="68040"/>
            </a:xfrm>
            <a:custGeom>
              <a:rect b="b" l="l" r="r" t="t"/>
              <a:pathLst>
                <a:path extrusionOk="0" h="273" w="320">
                  <a:moveTo>
                    <a:pt x="147" y="0"/>
                  </a:moveTo>
                  <a:cubicBezTo>
                    <a:pt x="119" y="0"/>
                    <a:pt x="84" y="7"/>
                    <a:pt x="62" y="23"/>
                  </a:cubicBezTo>
                  <a:cubicBezTo>
                    <a:pt x="44" y="35"/>
                    <a:pt x="31" y="49"/>
                    <a:pt x="21" y="68"/>
                  </a:cubicBezTo>
                  <a:cubicBezTo>
                    <a:pt x="16" y="77"/>
                    <a:pt x="12" y="88"/>
                    <a:pt x="10" y="99"/>
                  </a:cubicBezTo>
                  <a:cubicBezTo>
                    <a:pt x="1" y="132"/>
                    <a:pt x="11" y="161"/>
                    <a:pt x="25" y="189"/>
                  </a:cubicBezTo>
                  <a:cubicBezTo>
                    <a:pt x="37" y="216"/>
                    <a:pt x="75" y="242"/>
                    <a:pt x="101" y="252"/>
                  </a:cubicBezTo>
                  <a:cubicBezTo>
                    <a:pt x="117" y="257"/>
                    <a:pt x="135" y="264"/>
                    <a:pt x="150" y="269"/>
                  </a:cubicBezTo>
                  <a:cubicBezTo>
                    <a:pt x="159" y="272"/>
                    <a:pt x="168" y="273"/>
                    <a:pt x="177" y="273"/>
                  </a:cubicBezTo>
                  <a:cubicBezTo>
                    <a:pt x="203" y="273"/>
                    <a:pt x="229" y="264"/>
                    <a:pt x="251" y="252"/>
                  </a:cubicBezTo>
                  <a:cubicBezTo>
                    <a:pt x="282" y="234"/>
                    <a:pt x="302" y="201"/>
                    <a:pt x="311" y="168"/>
                  </a:cubicBezTo>
                  <a:cubicBezTo>
                    <a:pt x="320" y="137"/>
                    <a:pt x="311" y="95"/>
                    <a:pt x="294" y="68"/>
                  </a:cubicBezTo>
                  <a:cubicBezTo>
                    <a:pt x="277" y="42"/>
                    <a:pt x="241" y="11"/>
                    <a:pt x="210" y="7"/>
                  </a:cubicBezTo>
                  <a:cubicBezTo>
                    <a:pt x="193" y="5"/>
                    <a:pt x="177" y="2"/>
                    <a:pt x="160" y="1"/>
                  </a:cubicBezTo>
                  <a:cubicBezTo>
                    <a:pt x="156" y="1"/>
                    <a:pt x="152" y="0"/>
                    <a:pt x="14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4200" lIns="90000" spcFirstLastPara="1" rIns="90000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8"/>
            <p:cNvSpPr/>
            <p:nvPr/>
          </p:nvSpPr>
          <p:spPr>
            <a:xfrm flipH="1">
              <a:off x="8391960" y="3633840"/>
              <a:ext cx="163800" cy="162720"/>
            </a:xfrm>
            <a:custGeom>
              <a:rect b="b" l="l" r="r" t="t"/>
              <a:pathLst>
                <a:path extrusionOk="0" h="650" w="654">
                  <a:moveTo>
                    <a:pt x="315" y="1"/>
                  </a:moveTo>
                  <a:cubicBezTo>
                    <a:pt x="272" y="1"/>
                    <a:pt x="232" y="11"/>
                    <a:pt x="195" y="32"/>
                  </a:cubicBezTo>
                  <a:cubicBezTo>
                    <a:pt x="169" y="41"/>
                    <a:pt x="145" y="54"/>
                    <a:pt x="126" y="75"/>
                  </a:cubicBezTo>
                  <a:cubicBezTo>
                    <a:pt x="101" y="92"/>
                    <a:pt x="83" y="111"/>
                    <a:pt x="68" y="136"/>
                  </a:cubicBezTo>
                  <a:cubicBezTo>
                    <a:pt x="60" y="146"/>
                    <a:pt x="52" y="158"/>
                    <a:pt x="43" y="170"/>
                  </a:cubicBezTo>
                  <a:cubicBezTo>
                    <a:pt x="42" y="171"/>
                    <a:pt x="41" y="174"/>
                    <a:pt x="39" y="176"/>
                  </a:cubicBezTo>
                  <a:cubicBezTo>
                    <a:pt x="12" y="219"/>
                    <a:pt x="12" y="246"/>
                    <a:pt x="5" y="292"/>
                  </a:cubicBezTo>
                  <a:cubicBezTo>
                    <a:pt x="1" y="331"/>
                    <a:pt x="0" y="318"/>
                    <a:pt x="1" y="333"/>
                  </a:cubicBezTo>
                  <a:cubicBezTo>
                    <a:pt x="1" y="335"/>
                    <a:pt x="2" y="336"/>
                    <a:pt x="2" y="339"/>
                  </a:cubicBezTo>
                  <a:cubicBezTo>
                    <a:pt x="2" y="382"/>
                    <a:pt x="13" y="423"/>
                    <a:pt x="34" y="459"/>
                  </a:cubicBezTo>
                  <a:cubicBezTo>
                    <a:pt x="42" y="486"/>
                    <a:pt x="57" y="509"/>
                    <a:pt x="78" y="528"/>
                  </a:cubicBezTo>
                  <a:cubicBezTo>
                    <a:pt x="102" y="562"/>
                    <a:pt x="132" y="590"/>
                    <a:pt x="172" y="609"/>
                  </a:cubicBezTo>
                  <a:cubicBezTo>
                    <a:pt x="199" y="620"/>
                    <a:pt x="225" y="630"/>
                    <a:pt x="253" y="640"/>
                  </a:cubicBezTo>
                  <a:cubicBezTo>
                    <a:pt x="282" y="645"/>
                    <a:pt x="310" y="648"/>
                    <a:pt x="339" y="650"/>
                  </a:cubicBezTo>
                  <a:lnTo>
                    <a:pt x="421" y="635"/>
                  </a:lnTo>
                  <a:cubicBezTo>
                    <a:pt x="447" y="624"/>
                    <a:pt x="472" y="613"/>
                    <a:pt x="498" y="602"/>
                  </a:cubicBezTo>
                  <a:cubicBezTo>
                    <a:pt x="535" y="580"/>
                    <a:pt x="565" y="551"/>
                    <a:pt x="587" y="515"/>
                  </a:cubicBezTo>
                  <a:cubicBezTo>
                    <a:pt x="607" y="494"/>
                    <a:pt x="620" y="470"/>
                    <a:pt x="627" y="440"/>
                  </a:cubicBezTo>
                  <a:cubicBezTo>
                    <a:pt x="641" y="414"/>
                    <a:pt x="648" y="387"/>
                    <a:pt x="646" y="357"/>
                  </a:cubicBezTo>
                  <a:cubicBezTo>
                    <a:pt x="653" y="328"/>
                    <a:pt x="651" y="299"/>
                    <a:pt x="644" y="272"/>
                  </a:cubicBezTo>
                  <a:cubicBezTo>
                    <a:pt x="641" y="230"/>
                    <a:pt x="627" y="190"/>
                    <a:pt x="603" y="156"/>
                  </a:cubicBezTo>
                  <a:cubicBezTo>
                    <a:pt x="587" y="135"/>
                    <a:pt x="568" y="112"/>
                    <a:pt x="551" y="91"/>
                  </a:cubicBezTo>
                  <a:lnTo>
                    <a:pt x="483" y="42"/>
                  </a:lnTo>
                  <a:cubicBezTo>
                    <a:pt x="456" y="31"/>
                    <a:pt x="429" y="21"/>
                    <a:pt x="401" y="10"/>
                  </a:cubicBezTo>
                  <a:cubicBezTo>
                    <a:pt x="373" y="6"/>
                    <a:pt x="345" y="4"/>
                    <a:pt x="31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1700" lIns="90000" spcFirstLastPara="1" rIns="90000" wrap="square" tIns="81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8"/>
            <p:cNvSpPr/>
            <p:nvPr/>
          </p:nvSpPr>
          <p:spPr>
            <a:xfrm flipH="1">
              <a:off x="8756280" y="3726720"/>
              <a:ext cx="143280" cy="127440"/>
            </a:xfrm>
            <a:custGeom>
              <a:rect b="b" l="l" r="r" t="t"/>
              <a:pathLst>
                <a:path extrusionOk="0" h="509" w="572">
                  <a:moveTo>
                    <a:pt x="352" y="1"/>
                  </a:moveTo>
                  <a:cubicBezTo>
                    <a:pt x="347" y="1"/>
                    <a:pt x="342" y="1"/>
                    <a:pt x="337" y="1"/>
                  </a:cubicBezTo>
                  <a:cubicBezTo>
                    <a:pt x="317" y="3"/>
                    <a:pt x="300" y="8"/>
                    <a:pt x="280" y="11"/>
                  </a:cubicBezTo>
                  <a:cubicBezTo>
                    <a:pt x="237" y="29"/>
                    <a:pt x="191" y="45"/>
                    <a:pt x="152" y="74"/>
                  </a:cubicBezTo>
                  <a:cubicBezTo>
                    <a:pt x="112" y="102"/>
                    <a:pt x="73" y="132"/>
                    <a:pt x="49" y="175"/>
                  </a:cubicBezTo>
                  <a:cubicBezTo>
                    <a:pt x="38" y="196"/>
                    <a:pt x="32" y="218"/>
                    <a:pt x="27" y="241"/>
                  </a:cubicBezTo>
                  <a:cubicBezTo>
                    <a:pt x="24" y="246"/>
                    <a:pt x="22" y="252"/>
                    <a:pt x="21" y="257"/>
                  </a:cubicBezTo>
                  <a:cubicBezTo>
                    <a:pt x="0" y="310"/>
                    <a:pt x="5" y="367"/>
                    <a:pt x="33" y="416"/>
                  </a:cubicBezTo>
                  <a:cubicBezTo>
                    <a:pt x="66" y="477"/>
                    <a:pt x="132" y="498"/>
                    <a:pt x="195" y="503"/>
                  </a:cubicBezTo>
                  <a:cubicBezTo>
                    <a:pt x="212" y="506"/>
                    <a:pt x="229" y="508"/>
                    <a:pt x="245" y="508"/>
                  </a:cubicBezTo>
                  <a:cubicBezTo>
                    <a:pt x="258" y="508"/>
                    <a:pt x="271" y="507"/>
                    <a:pt x="285" y="505"/>
                  </a:cubicBezTo>
                  <a:cubicBezTo>
                    <a:pt x="325" y="499"/>
                    <a:pt x="357" y="483"/>
                    <a:pt x="393" y="464"/>
                  </a:cubicBezTo>
                  <a:cubicBezTo>
                    <a:pt x="435" y="442"/>
                    <a:pt x="469" y="410"/>
                    <a:pt x="506" y="378"/>
                  </a:cubicBezTo>
                  <a:cubicBezTo>
                    <a:pt x="546" y="344"/>
                    <a:pt x="572" y="267"/>
                    <a:pt x="568" y="216"/>
                  </a:cubicBezTo>
                  <a:cubicBezTo>
                    <a:pt x="565" y="178"/>
                    <a:pt x="553" y="142"/>
                    <a:pt x="535" y="107"/>
                  </a:cubicBezTo>
                  <a:cubicBezTo>
                    <a:pt x="511" y="65"/>
                    <a:pt x="469" y="35"/>
                    <a:pt x="425" y="18"/>
                  </a:cubicBezTo>
                  <a:cubicBezTo>
                    <a:pt x="402" y="8"/>
                    <a:pt x="378" y="1"/>
                    <a:pt x="3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4075" lIns="90000" spcFirstLastPara="1" rIns="90000" wrap="square" tIns="64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8"/>
            <p:cNvSpPr/>
            <p:nvPr/>
          </p:nvSpPr>
          <p:spPr>
            <a:xfrm flipH="1">
              <a:off x="8932320" y="3930120"/>
              <a:ext cx="151920" cy="109440"/>
            </a:xfrm>
            <a:custGeom>
              <a:rect b="b" l="l" r="r" t="t"/>
              <a:pathLst>
                <a:path extrusionOk="0" h="438" w="607">
                  <a:moveTo>
                    <a:pt x="299" y="0"/>
                  </a:moveTo>
                  <a:cubicBezTo>
                    <a:pt x="70" y="0"/>
                    <a:pt x="1" y="370"/>
                    <a:pt x="255" y="431"/>
                  </a:cubicBezTo>
                  <a:cubicBezTo>
                    <a:pt x="274" y="435"/>
                    <a:pt x="292" y="437"/>
                    <a:pt x="310" y="437"/>
                  </a:cubicBezTo>
                  <a:cubicBezTo>
                    <a:pt x="539" y="437"/>
                    <a:pt x="607" y="67"/>
                    <a:pt x="354" y="7"/>
                  </a:cubicBezTo>
                  <a:cubicBezTo>
                    <a:pt x="335" y="2"/>
                    <a:pt x="316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5075" lIns="90000" spcFirstLastPara="1" rIns="90000" wrap="square" tIns="5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8"/>
            <p:cNvSpPr/>
            <p:nvPr/>
          </p:nvSpPr>
          <p:spPr>
            <a:xfrm flipH="1">
              <a:off x="7482240" y="3607560"/>
              <a:ext cx="77400" cy="64080"/>
            </a:xfrm>
            <a:custGeom>
              <a:rect b="b" l="l" r="r" t="t"/>
              <a:pathLst>
                <a:path extrusionOk="0" h="258" w="310">
                  <a:moveTo>
                    <a:pt x="130" y="1"/>
                  </a:moveTo>
                  <a:cubicBezTo>
                    <a:pt x="117" y="1"/>
                    <a:pt x="105" y="2"/>
                    <a:pt x="91" y="5"/>
                  </a:cubicBezTo>
                  <a:cubicBezTo>
                    <a:pt x="51" y="15"/>
                    <a:pt x="18" y="52"/>
                    <a:pt x="9" y="90"/>
                  </a:cubicBezTo>
                  <a:cubicBezTo>
                    <a:pt x="1" y="128"/>
                    <a:pt x="11" y="179"/>
                    <a:pt x="43" y="204"/>
                  </a:cubicBezTo>
                  <a:cubicBezTo>
                    <a:pt x="53" y="212"/>
                    <a:pt x="61" y="220"/>
                    <a:pt x="72" y="226"/>
                  </a:cubicBezTo>
                  <a:cubicBezTo>
                    <a:pt x="81" y="230"/>
                    <a:pt x="92" y="235"/>
                    <a:pt x="102" y="238"/>
                  </a:cubicBezTo>
                  <a:cubicBezTo>
                    <a:pt x="107" y="241"/>
                    <a:pt x="113" y="242"/>
                    <a:pt x="118" y="243"/>
                  </a:cubicBezTo>
                  <a:cubicBezTo>
                    <a:pt x="129" y="247"/>
                    <a:pt x="140" y="250"/>
                    <a:pt x="150" y="253"/>
                  </a:cubicBezTo>
                  <a:cubicBezTo>
                    <a:pt x="159" y="256"/>
                    <a:pt x="168" y="257"/>
                    <a:pt x="177" y="257"/>
                  </a:cubicBezTo>
                  <a:cubicBezTo>
                    <a:pt x="201" y="257"/>
                    <a:pt x="225" y="249"/>
                    <a:pt x="244" y="238"/>
                  </a:cubicBezTo>
                  <a:cubicBezTo>
                    <a:pt x="274" y="222"/>
                    <a:pt x="292" y="193"/>
                    <a:pt x="301" y="161"/>
                  </a:cubicBezTo>
                  <a:cubicBezTo>
                    <a:pt x="309" y="131"/>
                    <a:pt x="301" y="93"/>
                    <a:pt x="285" y="67"/>
                  </a:cubicBezTo>
                  <a:cubicBezTo>
                    <a:pt x="270" y="41"/>
                    <a:pt x="238" y="16"/>
                    <a:pt x="208" y="11"/>
                  </a:cubicBezTo>
                  <a:cubicBezTo>
                    <a:pt x="197" y="10"/>
                    <a:pt x="186" y="6"/>
                    <a:pt x="175" y="5"/>
                  </a:cubicBezTo>
                  <a:cubicBezTo>
                    <a:pt x="169" y="4"/>
                    <a:pt x="164" y="4"/>
                    <a:pt x="159" y="3"/>
                  </a:cubicBezTo>
                  <a:cubicBezTo>
                    <a:pt x="148" y="1"/>
                    <a:pt x="139" y="1"/>
                    <a:pt x="13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2400" lIns="90000" spcFirstLastPara="1" rIns="90000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8"/>
            <p:cNvSpPr/>
            <p:nvPr/>
          </p:nvSpPr>
          <p:spPr>
            <a:xfrm flipH="1">
              <a:off x="7732440" y="3645360"/>
              <a:ext cx="158400" cy="113400"/>
            </a:xfrm>
            <a:custGeom>
              <a:rect b="b" l="l" r="r" t="t"/>
              <a:pathLst>
                <a:path extrusionOk="0" h="454" w="632">
                  <a:moveTo>
                    <a:pt x="309" y="0"/>
                  </a:moveTo>
                  <a:cubicBezTo>
                    <a:pt x="71" y="0"/>
                    <a:pt x="0" y="385"/>
                    <a:pt x="264" y="447"/>
                  </a:cubicBezTo>
                  <a:cubicBezTo>
                    <a:pt x="285" y="452"/>
                    <a:pt x="304" y="454"/>
                    <a:pt x="322" y="454"/>
                  </a:cubicBezTo>
                  <a:cubicBezTo>
                    <a:pt x="560" y="454"/>
                    <a:pt x="631" y="69"/>
                    <a:pt x="367" y="7"/>
                  </a:cubicBezTo>
                  <a:cubicBezTo>
                    <a:pt x="347" y="2"/>
                    <a:pt x="328" y="0"/>
                    <a:pt x="30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6875" lIns="90000" spcFirstLastPara="1" rIns="90000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8"/>
            <p:cNvSpPr/>
            <p:nvPr/>
          </p:nvSpPr>
          <p:spPr>
            <a:xfrm flipH="1">
              <a:off x="8132040" y="3555360"/>
              <a:ext cx="153000" cy="144000"/>
            </a:xfrm>
            <a:custGeom>
              <a:rect b="b" l="l" r="r" t="t"/>
              <a:pathLst>
                <a:path extrusionOk="0" h="575" w="611">
                  <a:moveTo>
                    <a:pt x="307" y="0"/>
                  </a:moveTo>
                  <a:cubicBezTo>
                    <a:pt x="279" y="0"/>
                    <a:pt x="250" y="5"/>
                    <a:pt x="223" y="13"/>
                  </a:cubicBezTo>
                  <a:cubicBezTo>
                    <a:pt x="215" y="15"/>
                    <a:pt x="206" y="20"/>
                    <a:pt x="196" y="23"/>
                  </a:cubicBezTo>
                  <a:cubicBezTo>
                    <a:pt x="175" y="31"/>
                    <a:pt x="154" y="42"/>
                    <a:pt x="133" y="51"/>
                  </a:cubicBezTo>
                  <a:cubicBezTo>
                    <a:pt x="111" y="63"/>
                    <a:pt x="93" y="77"/>
                    <a:pt x="79" y="96"/>
                  </a:cubicBezTo>
                  <a:cubicBezTo>
                    <a:pt x="63" y="113"/>
                    <a:pt x="50" y="133"/>
                    <a:pt x="37" y="152"/>
                  </a:cubicBezTo>
                  <a:cubicBezTo>
                    <a:pt x="28" y="175"/>
                    <a:pt x="19" y="197"/>
                    <a:pt x="11" y="218"/>
                  </a:cubicBezTo>
                  <a:cubicBezTo>
                    <a:pt x="2" y="253"/>
                    <a:pt x="0" y="288"/>
                    <a:pt x="9" y="322"/>
                  </a:cubicBezTo>
                  <a:cubicBezTo>
                    <a:pt x="11" y="334"/>
                    <a:pt x="13" y="347"/>
                    <a:pt x="16" y="359"/>
                  </a:cubicBezTo>
                  <a:cubicBezTo>
                    <a:pt x="25" y="380"/>
                    <a:pt x="35" y="401"/>
                    <a:pt x="44" y="422"/>
                  </a:cubicBezTo>
                  <a:cubicBezTo>
                    <a:pt x="58" y="442"/>
                    <a:pt x="74" y="459"/>
                    <a:pt x="91" y="476"/>
                  </a:cubicBezTo>
                  <a:cubicBezTo>
                    <a:pt x="97" y="483"/>
                    <a:pt x="103" y="489"/>
                    <a:pt x="110" y="495"/>
                  </a:cubicBezTo>
                  <a:cubicBezTo>
                    <a:pt x="163" y="547"/>
                    <a:pt x="236" y="574"/>
                    <a:pt x="310" y="574"/>
                  </a:cubicBezTo>
                  <a:cubicBezTo>
                    <a:pt x="338" y="574"/>
                    <a:pt x="366" y="570"/>
                    <a:pt x="393" y="562"/>
                  </a:cubicBezTo>
                  <a:cubicBezTo>
                    <a:pt x="489" y="533"/>
                    <a:pt x="564" y="452"/>
                    <a:pt x="588" y="354"/>
                  </a:cubicBezTo>
                  <a:cubicBezTo>
                    <a:pt x="611" y="255"/>
                    <a:pt x="579" y="149"/>
                    <a:pt x="506" y="80"/>
                  </a:cubicBezTo>
                  <a:cubicBezTo>
                    <a:pt x="452" y="29"/>
                    <a:pt x="380" y="0"/>
                    <a:pt x="30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2350" lIns="90000" spcFirstLastPara="1" rIns="90000" wrap="square" tIns="7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 flipH="1">
              <a:off x="8526960" y="3434400"/>
              <a:ext cx="112680" cy="114840"/>
            </a:xfrm>
            <a:custGeom>
              <a:rect b="b" l="l" r="r" t="t"/>
              <a:pathLst>
                <a:path extrusionOk="0" h="460" w="451">
                  <a:moveTo>
                    <a:pt x="231" y="0"/>
                  </a:moveTo>
                  <a:cubicBezTo>
                    <a:pt x="190" y="0"/>
                    <a:pt x="148" y="14"/>
                    <a:pt x="112" y="34"/>
                  </a:cubicBezTo>
                  <a:cubicBezTo>
                    <a:pt x="87" y="48"/>
                    <a:pt x="66" y="68"/>
                    <a:pt x="52" y="92"/>
                  </a:cubicBezTo>
                  <a:cubicBezTo>
                    <a:pt x="32" y="115"/>
                    <a:pt x="19" y="142"/>
                    <a:pt x="14" y="174"/>
                  </a:cubicBezTo>
                  <a:cubicBezTo>
                    <a:pt x="0" y="229"/>
                    <a:pt x="11" y="291"/>
                    <a:pt x="41" y="341"/>
                  </a:cubicBezTo>
                  <a:cubicBezTo>
                    <a:pt x="56" y="365"/>
                    <a:pt x="76" y="386"/>
                    <a:pt x="100" y="400"/>
                  </a:cubicBezTo>
                  <a:cubicBezTo>
                    <a:pt x="121" y="419"/>
                    <a:pt x="146" y="431"/>
                    <a:pt x="173" y="437"/>
                  </a:cubicBezTo>
                  <a:cubicBezTo>
                    <a:pt x="199" y="451"/>
                    <a:pt x="227" y="459"/>
                    <a:pt x="257" y="459"/>
                  </a:cubicBezTo>
                  <a:cubicBezTo>
                    <a:pt x="261" y="459"/>
                    <a:pt x="264" y="459"/>
                    <a:pt x="267" y="459"/>
                  </a:cubicBezTo>
                  <a:cubicBezTo>
                    <a:pt x="299" y="458"/>
                    <a:pt x="329" y="448"/>
                    <a:pt x="356" y="432"/>
                  </a:cubicBezTo>
                  <a:cubicBezTo>
                    <a:pt x="385" y="415"/>
                    <a:pt x="404" y="391"/>
                    <a:pt x="420" y="364"/>
                  </a:cubicBezTo>
                  <a:cubicBezTo>
                    <a:pt x="437" y="335"/>
                    <a:pt x="444" y="304"/>
                    <a:pt x="443" y="269"/>
                  </a:cubicBezTo>
                  <a:lnTo>
                    <a:pt x="443" y="268"/>
                  </a:lnTo>
                  <a:cubicBezTo>
                    <a:pt x="444" y="260"/>
                    <a:pt x="445" y="252"/>
                    <a:pt x="445" y="243"/>
                  </a:cubicBezTo>
                  <a:cubicBezTo>
                    <a:pt x="451" y="214"/>
                    <a:pt x="449" y="186"/>
                    <a:pt x="439" y="157"/>
                  </a:cubicBezTo>
                  <a:lnTo>
                    <a:pt x="416" y="106"/>
                  </a:lnTo>
                  <a:cubicBezTo>
                    <a:pt x="387" y="54"/>
                    <a:pt x="333" y="22"/>
                    <a:pt x="278" y="7"/>
                  </a:cubicBezTo>
                  <a:cubicBezTo>
                    <a:pt x="263" y="2"/>
                    <a:pt x="247" y="0"/>
                    <a:pt x="23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7600" lIns="90000" spcFirstLastPara="1" rIns="90000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"/>
            <p:cNvSpPr/>
            <p:nvPr/>
          </p:nvSpPr>
          <p:spPr>
            <a:xfrm flipH="1">
              <a:off x="8851680" y="3426480"/>
              <a:ext cx="126720" cy="115560"/>
            </a:xfrm>
            <a:custGeom>
              <a:rect b="b" l="l" r="r" t="t"/>
              <a:pathLst>
                <a:path extrusionOk="0" h="462" w="507">
                  <a:moveTo>
                    <a:pt x="283" y="1"/>
                  </a:moveTo>
                  <a:cubicBezTo>
                    <a:pt x="270" y="1"/>
                    <a:pt x="258" y="2"/>
                    <a:pt x="245" y="6"/>
                  </a:cubicBezTo>
                  <a:cubicBezTo>
                    <a:pt x="217" y="8"/>
                    <a:pt x="191" y="18"/>
                    <a:pt x="168" y="33"/>
                  </a:cubicBezTo>
                  <a:cubicBezTo>
                    <a:pt x="154" y="43"/>
                    <a:pt x="142" y="50"/>
                    <a:pt x="130" y="60"/>
                  </a:cubicBezTo>
                  <a:cubicBezTo>
                    <a:pt x="110" y="73"/>
                    <a:pt x="90" y="87"/>
                    <a:pt x="74" y="105"/>
                  </a:cubicBezTo>
                  <a:cubicBezTo>
                    <a:pt x="58" y="123"/>
                    <a:pt x="47" y="140"/>
                    <a:pt x="36" y="162"/>
                  </a:cubicBezTo>
                  <a:cubicBezTo>
                    <a:pt x="0" y="225"/>
                    <a:pt x="4" y="305"/>
                    <a:pt x="39" y="366"/>
                  </a:cubicBezTo>
                  <a:cubicBezTo>
                    <a:pt x="74" y="423"/>
                    <a:pt x="140" y="462"/>
                    <a:pt x="208" y="462"/>
                  </a:cubicBezTo>
                  <a:cubicBezTo>
                    <a:pt x="212" y="462"/>
                    <a:pt x="215" y="462"/>
                    <a:pt x="219" y="462"/>
                  </a:cubicBezTo>
                  <a:cubicBezTo>
                    <a:pt x="243" y="461"/>
                    <a:pt x="263" y="458"/>
                    <a:pt x="288" y="451"/>
                  </a:cubicBezTo>
                  <a:cubicBezTo>
                    <a:pt x="311" y="445"/>
                    <a:pt x="332" y="434"/>
                    <a:pt x="353" y="422"/>
                  </a:cubicBezTo>
                  <a:cubicBezTo>
                    <a:pt x="366" y="414"/>
                    <a:pt x="380" y="408"/>
                    <a:pt x="394" y="400"/>
                  </a:cubicBezTo>
                  <a:cubicBezTo>
                    <a:pt x="445" y="374"/>
                    <a:pt x="474" y="320"/>
                    <a:pt x="490" y="267"/>
                  </a:cubicBezTo>
                  <a:cubicBezTo>
                    <a:pt x="507" y="210"/>
                    <a:pt x="492" y="152"/>
                    <a:pt x="464" y="102"/>
                  </a:cubicBezTo>
                  <a:cubicBezTo>
                    <a:pt x="450" y="78"/>
                    <a:pt x="430" y="59"/>
                    <a:pt x="406" y="44"/>
                  </a:cubicBezTo>
                  <a:cubicBezTo>
                    <a:pt x="384" y="26"/>
                    <a:pt x="358" y="12"/>
                    <a:pt x="330" y="7"/>
                  </a:cubicBezTo>
                  <a:cubicBezTo>
                    <a:pt x="314" y="3"/>
                    <a:pt x="298" y="1"/>
                    <a:pt x="283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7950" lIns="90000" spcFirstLastPara="1" rIns="90000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"/>
            <p:cNvSpPr/>
            <p:nvPr/>
          </p:nvSpPr>
          <p:spPr>
            <a:xfrm flipH="1">
              <a:off x="9114120" y="3601440"/>
              <a:ext cx="131400" cy="124200"/>
            </a:xfrm>
            <a:custGeom>
              <a:rect b="b" l="l" r="r" t="t"/>
              <a:pathLst>
                <a:path extrusionOk="0" h="496" w="525">
                  <a:moveTo>
                    <a:pt x="274" y="1"/>
                  </a:moveTo>
                  <a:cubicBezTo>
                    <a:pt x="209" y="1"/>
                    <a:pt x="145" y="31"/>
                    <a:pt x="99" y="76"/>
                  </a:cubicBezTo>
                  <a:cubicBezTo>
                    <a:pt x="58" y="116"/>
                    <a:pt x="28" y="160"/>
                    <a:pt x="15" y="219"/>
                  </a:cubicBezTo>
                  <a:cubicBezTo>
                    <a:pt x="14" y="226"/>
                    <a:pt x="13" y="231"/>
                    <a:pt x="11" y="238"/>
                  </a:cubicBezTo>
                  <a:cubicBezTo>
                    <a:pt x="1" y="291"/>
                    <a:pt x="7" y="343"/>
                    <a:pt x="35" y="392"/>
                  </a:cubicBezTo>
                  <a:cubicBezTo>
                    <a:pt x="52" y="421"/>
                    <a:pt x="80" y="444"/>
                    <a:pt x="108" y="462"/>
                  </a:cubicBezTo>
                  <a:cubicBezTo>
                    <a:pt x="125" y="472"/>
                    <a:pt x="145" y="477"/>
                    <a:pt x="163" y="483"/>
                  </a:cubicBezTo>
                  <a:cubicBezTo>
                    <a:pt x="170" y="484"/>
                    <a:pt x="176" y="486"/>
                    <a:pt x="183" y="488"/>
                  </a:cubicBezTo>
                  <a:cubicBezTo>
                    <a:pt x="197" y="491"/>
                    <a:pt x="205" y="491"/>
                    <a:pt x="223" y="493"/>
                  </a:cubicBezTo>
                  <a:cubicBezTo>
                    <a:pt x="235" y="494"/>
                    <a:pt x="247" y="495"/>
                    <a:pt x="259" y="495"/>
                  </a:cubicBezTo>
                  <a:cubicBezTo>
                    <a:pt x="278" y="491"/>
                    <a:pt x="299" y="489"/>
                    <a:pt x="319" y="485"/>
                  </a:cubicBezTo>
                  <a:cubicBezTo>
                    <a:pt x="328" y="483"/>
                    <a:pt x="336" y="478"/>
                    <a:pt x="345" y="475"/>
                  </a:cubicBezTo>
                  <a:cubicBezTo>
                    <a:pt x="427" y="448"/>
                    <a:pt x="491" y="385"/>
                    <a:pt x="510" y="300"/>
                  </a:cubicBezTo>
                  <a:cubicBezTo>
                    <a:pt x="524" y="240"/>
                    <a:pt x="513" y="170"/>
                    <a:pt x="480" y="117"/>
                  </a:cubicBezTo>
                  <a:cubicBezTo>
                    <a:pt x="444" y="61"/>
                    <a:pt x="391" y="25"/>
                    <a:pt x="329" y="8"/>
                  </a:cubicBezTo>
                  <a:cubicBezTo>
                    <a:pt x="311" y="3"/>
                    <a:pt x="293" y="1"/>
                    <a:pt x="27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2275" lIns="90000" spcFirstLastPara="1" rIns="90000" wrap="square" tIns="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8"/>
          <p:cNvGrpSpPr/>
          <p:nvPr/>
        </p:nvGrpSpPr>
        <p:grpSpPr>
          <a:xfrm>
            <a:off x="6644680" y="-85042"/>
            <a:ext cx="2802103" cy="2500093"/>
            <a:chOff x="6644680" y="-85042"/>
            <a:chExt cx="2802103" cy="2500093"/>
          </a:xfrm>
        </p:grpSpPr>
        <p:sp>
          <p:nvSpPr>
            <p:cNvPr id="53" name="Google Shape;53;p8"/>
            <p:cNvSpPr/>
            <p:nvPr/>
          </p:nvSpPr>
          <p:spPr>
            <a:xfrm rot="6567600">
              <a:off x="7053840" y="54360"/>
              <a:ext cx="1819800" cy="2154960"/>
            </a:xfrm>
            <a:custGeom>
              <a:rect b="b" l="l" r="r" t="t"/>
              <a:pathLst>
                <a:path extrusionOk="0" h="9376" w="7918">
                  <a:moveTo>
                    <a:pt x="7153" y="0"/>
                  </a:moveTo>
                  <a:cubicBezTo>
                    <a:pt x="7067" y="0"/>
                    <a:pt x="6980" y="71"/>
                    <a:pt x="7008" y="181"/>
                  </a:cubicBezTo>
                  <a:cubicBezTo>
                    <a:pt x="7606" y="2623"/>
                    <a:pt x="4898" y="3897"/>
                    <a:pt x="3242" y="4962"/>
                  </a:cubicBezTo>
                  <a:cubicBezTo>
                    <a:pt x="1660" y="5979"/>
                    <a:pt x="418" y="7482"/>
                    <a:pt x="4" y="9350"/>
                  </a:cubicBezTo>
                  <a:cubicBezTo>
                    <a:pt x="0" y="9366"/>
                    <a:pt x="13" y="9376"/>
                    <a:pt x="25" y="9376"/>
                  </a:cubicBezTo>
                  <a:cubicBezTo>
                    <a:pt x="33" y="9376"/>
                    <a:pt x="41" y="9371"/>
                    <a:pt x="44" y="9361"/>
                  </a:cubicBezTo>
                  <a:cubicBezTo>
                    <a:pt x="386" y="8298"/>
                    <a:pt x="889" y="7336"/>
                    <a:pt x="1642" y="6501"/>
                  </a:cubicBezTo>
                  <a:cubicBezTo>
                    <a:pt x="2410" y="5648"/>
                    <a:pt x="3373" y="5096"/>
                    <a:pt x="4361" y="4539"/>
                  </a:cubicBezTo>
                  <a:cubicBezTo>
                    <a:pt x="5895" y="3670"/>
                    <a:pt x="7918" y="2156"/>
                    <a:pt x="7290" y="104"/>
                  </a:cubicBezTo>
                  <a:cubicBezTo>
                    <a:pt x="7267" y="32"/>
                    <a:pt x="7210" y="0"/>
                    <a:pt x="715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"/>
            <p:cNvSpPr/>
            <p:nvPr/>
          </p:nvSpPr>
          <p:spPr>
            <a:xfrm rot="6567600">
              <a:off x="7514640" y="-185400"/>
              <a:ext cx="1336320" cy="2208960"/>
            </a:xfrm>
            <a:custGeom>
              <a:rect b="b" l="l" r="r" t="t"/>
              <a:pathLst>
                <a:path extrusionOk="0" h="9611" w="5816">
                  <a:moveTo>
                    <a:pt x="5509" y="1"/>
                  </a:moveTo>
                  <a:cubicBezTo>
                    <a:pt x="5434" y="1"/>
                    <a:pt x="5355" y="52"/>
                    <a:pt x="5358" y="140"/>
                  </a:cubicBezTo>
                  <a:cubicBezTo>
                    <a:pt x="5394" y="1168"/>
                    <a:pt x="5571" y="2258"/>
                    <a:pt x="4997" y="3184"/>
                  </a:cubicBezTo>
                  <a:cubicBezTo>
                    <a:pt x="4475" y="4023"/>
                    <a:pt x="3501" y="4432"/>
                    <a:pt x="2746" y="5020"/>
                  </a:cubicBezTo>
                  <a:cubicBezTo>
                    <a:pt x="1348" y="6107"/>
                    <a:pt x="251" y="7824"/>
                    <a:pt x="2" y="9593"/>
                  </a:cubicBezTo>
                  <a:cubicBezTo>
                    <a:pt x="0" y="9604"/>
                    <a:pt x="8" y="9611"/>
                    <a:pt x="16" y="9611"/>
                  </a:cubicBezTo>
                  <a:cubicBezTo>
                    <a:pt x="21" y="9611"/>
                    <a:pt x="26" y="9608"/>
                    <a:pt x="28" y="9600"/>
                  </a:cubicBezTo>
                  <a:cubicBezTo>
                    <a:pt x="282" y="8613"/>
                    <a:pt x="628" y="7669"/>
                    <a:pt x="1230" y="6837"/>
                  </a:cubicBezTo>
                  <a:cubicBezTo>
                    <a:pt x="1867" y="5957"/>
                    <a:pt x="2672" y="5277"/>
                    <a:pt x="3591" y="4710"/>
                  </a:cubicBezTo>
                  <a:cubicBezTo>
                    <a:pt x="4352" y="4242"/>
                    <a:pt x="5107" y="3751"/>
                    <a:pt x="5459" y="2891"/>
                  </a:cubicBezTo>
                  <a:cubicBezTo>
                    <a:pt x="5815" y="2035"/>
                    <a:pt x="5777" y="1003"/>
                    <a:pt x="5636" y="102"/>
                  </a:cubicBezTo>
                  <a:cubicBezTo>
                    <a:pt x="5625" y="33"/>
                    <a:pt x="5569" y="1"/>
                    <a:pt x="550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rot="6567600">
              <a:off x="6879960" y="545400"/>
              <a:ext cx="1820880" cy="1517040"/>
            </a:xfrm>
            <a:custGeom>
              <a:rect b="b" l="l" r="r" t="t"/>
              <a:pathLst>
                <a:path extrusionOk="0" h="6602" w="7924">
                  <a:moveTo>
                    <a:pt x="7553" y="0"/>
                  </a:moveTo>
                  <a:cubicBezTo>
                    <a:pt x="7507" y="0"/>
                    <a:pt x="7461" y="34"/>
                    <a:pt x="7453" y="96"/>
                  </a:cubicBezTo>
                  <a:cubicBezTo>
                    <a:pt x="7394" y="570"/>
                    <a:pt x="7393" y="953"/>
                    <a:pt x="7136" y="1378"/>
                  </a:cubicBezTo>
                  <a:cubicBezTo>
                    <a:pt x="6896" y="1779"/>
                    <a:pt x="6549" y="2114"/>
                    <a:pt x="6159" y="2367"/>
                  </a:cubicBezTo>
                  <a:cubicBezTo>
                    <a:pt x="5339" y="2901"/>
                    <a:pt x="4353" y="3100"/>
                    <a:pt x="3453" y="3457"/>
                  </a:cubicBezTo>
                  <a:cubicBezTo>
                    <a:pt x="1977" y="4042"/>
                    <a:pt x="689" y="5130"/>
                    <a:pt x="6" y="6580"/>
                  </a:cubicBezTo>
                  <a:cubicBezTo>
                    <a:pt x="1" y="6591"/>
                    <a:pt x="9" y="6601"/>
                    <a:pt x="19" y="6601"/>
                  </a:cubicBezTo>
                  <a:cubicBezTo>
                    <a:pt x="23" y="6601"/>
                    <a:pt x="27" y="6599"/>
                    <a:pt x="30" y="6594"/>
                  </a:cubicBezTo>
                  <a:cubicBezTo>
                    <a:pt x="548" y="5775"/>
                    <a:pt x="1175" y="5050"/>
                    <a:pt x="1971" y="4491"/>
                  </a:cubicBezTo>
                  <a:cubicBezTo>
                    <a:pt x="2814" y="3900"/>
                    <a:pt x="3768" y="3616"/>
                    <a:pt x="4735" y="3298"/>
                  </a:cubicBezTo>
                  <a:cubicBezTo>
                    <a:pt x="5555" y="3028"/>
                    <a:pt x="6372" y="2692"/>
                    <a:pt x="6975" y="2056"/>
                  </a:cubicBezTo>
                  <a:cubicBezTo>
                    <a:pt x="7425" y="1581"/>
                    <a:pt x="7924" y="743"/>
                    <a:pt x="7649" y="70"/>
                  </a:cubicBezTo>
                  <a:cubicBezTo>
                    <a:pt x="7630" y="23"/>
                    <a:pt x="7591" y="0"/>
                    <a:pt x="755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 rot="6567600">
              <a:off x="6714720" y="595800"/>
              <a:ext cx="1231200" cy="628920"/>
            </a:xfrm>
            <a:custGeom>
              <a:rect b="b" l="l" r="r" t="t"/>
              <a:pathLst>
                <a:path extrusionOk="0" h="2739" w="5358">
                  <a:moveTo>
                    <a:pt x="5269" y="1"/>
                  </a:moveTo>
                  <a:cubicBezTo>
                    <a:pt x="5262" y="1"/>
                    <a:pt x="5255" y="2"/>
                    <a:pt x="5248" y="5"/>
                  </a:cubicBezTo>
                  <a:cubicBezTo>
                    <a:pt x="4898" y="144"/>
                    <a:pt x="4576" y="281"/>
                    <a:pt x="4195" y="302"/>
                  </a:cubicBezTo>
                  <a:cubicBezTo>
                    <a:pt x="4131" y="306"/>
                    <a:pt x="4067" y="307"/>
                    <a:pt x="4004" y="307"/>
                  </a:cubicBezTo>
                  <a:cubicBezTo>
                    <a:pt x="3848" y="307"/>
                    <a:pt x="3692" y="299"/>
                    <a:pt x="3537" y="299"/>
                  </a:cubicBezTo>
                  <a:cubicBezTo>
                    <a:pt x="3480" y="299"/>
                    <a:pt x="3423" y="300"/>
                    <a:pt x="3367" y="303"/>
                  </a:cubicBezTo>
                  <a:cubicBezTo>
                    <a:pt x="2879" y="329"/>
                    <a:pt x="2402" y="458"/>
                    <a:pt x="1962" y="667"/>
                  </a:cubicBezTo>
                  <a:cubicBezTo>
                    <a:pt x="1087" y="1082"/>
                    <a:pt x="352" y="1816"/>
                    <a:pt x="3" y="2726"/>
                  </a:cubicBezTo>
                  <a:cubicBezTo>
                    <a:pt x="0" y="2733"/>
                    <a:pt x="8" y="2738"/>
                    <a:pt x="15" y="2738"/>
                  </a:cubicBezTo>
                  <a:cubicBezTo>
                    <a:pt x="18" y="2738"/>
                    <a:pt x="21" y="2737"/>
                    <a:pt x="23" y="2734"/>
                  </a:cubicBezTo>
                  <a:cubicBezTo>
                    <a:pt x="532" y="1751"/>
                    <a:pt x="1363" y="1002"/>
                    <a:pt x="2432" y="682"/>
                  </a:cubicBezTo>
                  <a:cubicBezTo>
                    <a:pt x="2976" y="518"/>
                    <a:pt x="3495" y="546"/>
                    <a:pt x="4054" y="540"/>
                  </a:cubicBezTo>
                  <a:cubicBezTo>
                    <a:pt x="4515" y="535"/>
                    <a:pt x="4968" y="435"/>
                    <a:pt x="5316" y="118"/>
                  </a:cubicBezTo>
                  <a:cubicBezTo>
                    <a:pt x="5358" y="81"/>
                    <a:pt x="5323" y="1"/>
                    <a:pt x="526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rot="6567600">
              <a:off x="8190720" y="1431720"/>
              <a:ext cx="316080" cy="519480"/>
            </a:xfrm>
            <a:custGeom>
              <a:rect b="b" l="l" r="r" t="t"/>
              <a:pathLst>
                <a:path extrusionOk="0" h="2263" w="1378">
                  <a:moveTo>
                    <a:pt x="1301" y="1"/>
                  </a:moveTo>
                  <a:cubicBezTo>
                    <a:pt x="1263" y="1"/>
                    <a:pt x="1223" y="26"/>
                    <a:pt x="1220" y="75"/>
                  </a:cubicBezTo>
                  <a:cubicBezTo>
                    <a:pt x="1165" y="948"/>
                    <a:pt x="718" y="1716"/>
                    <a:pt x="15" y="2230"/>
                  </a:cubicBezTo>
                  <a:cubicBezTo>
                    <a:pt x="0" y="2240"/>
                    <a:pt x="8" y="2262"/>
                    <a:pt x="23" y="2262"/>
                  </a:cubicBezTo>
                  <a:cubicBezTo>
                    <a:pt x="26" y="2262"/>
                    <a:pt x="29" y="2261"/>
                    <a:pt x="32" y="2260"/>
                  </a:cubicBezTo>
                  <a:cubicBezTo>
                    <a:pt x="830" y="1800"/>
                    <a:pt x="1306" y="988"/>
                    <a:pt x="1374" y="77"/>
                  </a:cubicBezTo>
                  <a:cubicBezTo>
                    <a:pt x="1378" y="26"/>
                    <a:pt x="1340" y="1"/>
                    <a:pt x="130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6567600">
              <a:off x="8694720" y="1963800"/>
              <a:ext cx="58680" cy="67680"/>
            </a:xfrm>
            <a:custGeom>
              <a:rect b="b" l="l" r="r" t="t"/>
              <a:pathLst>
                <a:path extrusionOk="0" h="298" w="258">
                  <a:moveTo>
                    <a:pt x="133" y="1"/>
                  </a:moveTo>
                  <a:cubicBezTo>
                    <a:pt x="131" y="1"/>
                    <a:pt x="130" y="1"/>
                    <a:pt x="128" y="1"/>
                  </a:cubicBezTo>
                  <a:cubicBezTo>
                    <a:pt x="98" y="2"/>
                    <a:pt x="69" y="12"/>
                    <a:pt x="48" y="33"/>
                  </a:cubicBezTo>
                  <a:cubicBezTo>
                    <a:pt x="32" y="50"/>
                    <a:pt x="22" y="71"/>
                    <a:pt x="14" y="93"/>
                  </a:cubicBezTo>
                  <a:cubicBezTo>
                    <a:pt x="6" y="118"/>
                    <a:pt x="6" y="145"/>
                    <a:pt x="2" y="172"/>
                  </a:cubicBezTo>
                  <a:cubicBezTo>
                    <a:pt x="0" y="202"/>
                    <a:pt x="19" y="240"/>
                    <a:pt x="39" y="261"/>
                  </a:cubicBezTo>
                  <a:cubicBezTo>
                    <a:pt x="60" y="282"/>
                    <a:pt x="92" y="297"/>
                    <a:pt x="122" y="297"/>
                  </a:cubicBezTo>
                  <a:cubicBezTo>
                    <a:pt x="124" y="297"/>
                    <a:pt x="126" y="297"/>
                    <a:pt x="128" y="297"/>
                  </a:cubicBezTo>
                  <a:cubicBezTo>
                    <a:pt x="160" y="296"/>
                    <a:pt x="195" y="286"/>
                    <a:pt x="217" y="261"/>
                  </a:cubicBezTo>
                  <a:cubicBezTo>
                    <a:pt x="238" y="238"/>
                    <a:pt x="258" y="205"/>
                    <a:pt x="254" y="172"/>
                  </a:cubicBezTo>
                  <a:cubicBezTo>
                    <a:pt x="252" y="147"/>
                    <a:pt x="252" y="119"/>
                    <a:pt x="243" y="96"/>
                  </a:cubicBezTo>
                  <a:cubicBezTo>
                    <a:pt x="237" y="76"/>
                    <a:pt x="229" y="61"/>
                    <a:pt x="217" y="45"/>
                  </a:cubicBezTo>
                  <a:cubicBezTo>
                    <a:pt x="198" y="20"/>
                    <a:pt x="166" y="1"/>
                    <a:pt x="133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4200" lIns="90000" spcFirstLastPara="1" rIns="90000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 rot="6567600">
              <a:off x="7883280" y="1627560"/>
              <a:ext cx="76680" cy="54360"/>
            </a:xfrm>
            <a:custGeom>
              <a:rect b="b" l="l" r="r" t="t"/>
              <a:pathLst>
                <a:path extrusionOk="0" h="240" w="336">
                  <a:moveTo>
                    <a:pt x="260" y="1"/>
                  </a:moveTo>
                  <a:cubicBezTo>
                    <a:pt x="255" y="1"/>
                    <a:pt x="250" y="1"/>
                    <a:pt x="246" y="2"/>
                  </a:cubicBezTo>
                  <a:lnTo>
                    <a:pt x="202" y="9"/>
                  </a:lnTo>
                  <a:cubicBezTo>
                    <a:pt x="195" y="11"/>
                    <a:pt x="188" y="13"/>
                    <a:pt x="181" y="14"/>
                  </a:cubicBezTo>
                  <a:cubicBezTo>
                    <a:pt x="174" y="17"/>
                    <a:pt x="171" y="18"/>
                    <a:pt x="170" y="18"/>
                  </a:cubicBezTo>
                  <a:cubicBezTo>
                    <a:pt x="170" y="18"/>
                    <a:pt x="171" y="17"/>
                    <a:pt x="173" y="16"/>
                  </a:cubicBezTo>
                  <a:lnTo>
                    <a:pt x="173" y="16"/>
                  </a:lnTo>
                  <a:cubicBezTo>
                    <a:pt x="133" y="23"/>
                    <a:pt x="99" y="39"/>
                    <a:pt x="64" y="59"/>
                  </a:cubicBezTo>
                  <a:cubicBezTo>
                    <a:pt x="19" y="84"/>
                    <a:pt x="1" y="149"/>
                    <a:pt x="28" y="192"/>
                  </a:cubicBezTo>
                  <a:cubicBezTo>
                    <a:pt x="49" y="225"/>
                    <a:pt x="78" y="239"/>
                    <a:pt x="111" y="239"/>
                  </a:cubicBezTo>
                  <a:cubicBezTo>
                    <a:pt x="127" y="239"/>
                    <a:pt x="145" y="235"/>
                    <a:pt x="162" y="228"/>
                  </a:cubicBezTo>
                  <a:cubicBezTo>
                    <a:pt x="175" y="222"/>
                    <a:pt x="189" y="216"/>
                    <a:pt x="202" y="208"/>
                  </a:cubicBezTo>
                  <a:lnTo>
                    <a:pt x="222" y="196"/>
                  </a:lnTo>
                  <a:cubicBezTo>
                    <a:pt x="236" y="187"/>
                    <a:pt x="248" y="177"/>
                    <a:pt x="256" y="163"/>
                  </a:cubicBezTo>
                  <a:lnTo>
                    <a:pt x="256" y="163"/>
                  </a:lnTo>
                  <a:cubicBezTo>
                    <a:pt x="255" y="166"/>
                    <a:pt x="255" y="167"/>
                    <a:pt x="255" y="167"/>
                  </a:cubicBezTo>
                  <a:cubicBezTo>
                    <a:pt x="256" y="167"/>
                    <a:pt x="259" y="164"/>
                    <a:pt x="262" y="159"/>
                  </a:cubicBezTo>
                  <a:cubicBezTo>
                    <a:pt x="268" y="155"/>
                    <a:pt x="273" y="149"/>
                    <a:pt x="279" y="145"/>
                  </a:cubicBezTo>
                  <a:cubicBezTo>
                    <a:pt x="290" y="137"/>
                    <a:pt x="300" y="125"/>
                    <a:pt x="311" y="115"/>
                  </a:cubicBezTo>
                  <a:cubicBezTo>
                    <a:pt x="332" y="93"/>
                    <a:pt x="336" y="59"/>
                    <a:pt x="321" y="33"/>
                  </a:cubicBezTo>
                  <a:cubicBezTo>
                    <a:pt x="308" y="10"/>
                    <a:pt x="284" y="1"/>
                    <a:pt x="26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27350" lIns="90000" spcFirstLastPara="1" rIns="90000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 rot="6567600">
              <a:off x="7959240" y="1912680"/>
              <a:ext cx="82440" cy="64080"/>
            </a:xfrm>
            <a:custGeom>
              <a:rect b="b" l="l" r="r" t="t"/>
              <a:pathLst>
                <a:path extrusionOk="0" h="282" w="362">
                  <a:moveTo>
                    <a:pt x="180" y="1"/>
                  </a:moveTo>
                  <a:cubicBezTo>
                    <a:pt x="0" y="1"/>
                    <a:pt x="0" y="281"/>
                    <a:pt x="180" y="281"/>
                  </a:cubicBezTo>
                  <a:cubicBezTo>
                    <a:pt x="181" y="281"/>
                    <a:pt x="181" y="281"/>
                    <a:pt x="181" y="281"/>
                  </a:cubicBezTo>
                  <a:cubicBezTo>
                    <a:pt x="359" y="281"/>
                    <a:pt x="361" y="1"/>
                    <a:pt x="18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2400" lIns="90000" spcFirstLastPara="1" rIns="90000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 rot="6567600">
              <a:off x="8214840" y="2037600"/>
              <a:ext cx="131760" cy="376200"/>
            </a:xfrm>
            <a:custGeom>
              <a:rect b="b" l="l" r="r" t="t"/>
              <a:pathLst>
                <a:path extrusionOk="0" h="1640" w="576">
                  <a:moveTo>
                    <a:pt x="462" y="0"/>
                  </a:moveTo>
                  <a:cubicBezTo>
                    <a:pt x="446" y="0"/>
                    <a:pt x="429" y="9"/>
                    <a:pt x="424" y="26"/>
                  </a:cubicBezTo>
                  <a:cubicBezTo>
                    <a:pt x="350" y="287"/>
                    <a:pt x="342" y="563"/>
                    <a:pt x="273" y="828"/>
                  </a:cubicBezTo>
                  <a:cubicBezTo>
                    <a:pt x="205" y="1090"/>
                    <a:pt x="114" y="1350"/>
                    <a:pt x="10" y="1599"/>
                  </a:cubicBezTo>
                  <a:cubicBezTo>
                    <a:pt x="1" y="1622"/>
                    <a:pt x="22" y="1639"/>
                    <a:pt x="42" y="1639"/>
                  </a:cubicBezTo>
                  <a:cubicBezTo>
                    <a:pt x="53" y="1639"/>
                    <a:pt x="63" y="1635"/>
                    <a:pt x="69" y="1624"/>
                  </a:cubicBezTo>
                  <a:cubicBezTo>
                    <a:pt x="330" y="1173"/>
                    <a:pt x="576" y="555"/>
                    <a:pt x="493" y="26"/>
                  </a:cubicBezTo>
                  <a:cubicBezTo>
                    <a:pt x="490" y="8"/>
                    <a:pt x="477" y="0"/>
                    <a:pt x="46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8"/>
            <p:cNvSpPr/>
            <p:nvPr/>
          </p:nvSpPr>
          <p:spPr>
            <a:xfrm rot="6567600">
              <a:off x="7200360" y="1523880"/>
              <a:ext cx="866520" cy="302400"/>
            </a:xfrm>
            <a:custGeom>
              <a:rect b="b" l="l" r="r" t="t"/>
              <a:pathLst>
                <a:path extrusionOk="0" h="1319" w="3773">
                  <a:moveTo>
                    <a:pt x="3696" y="0"/>
                  </a:moveTo>
                  <a:cubicBezTo>
                    <a:pt x="3686" y="0"/>
                    <a:pt x="3676" y="3"/>
                    <a:pt x="3665" y="10"/>
                  </a:cubicBezTo>
                  <a:cubicBezTo>
                    <a:pt x="3392" y="179"/>
                    <a:pt x="3179" y="425"/>
                    <a:pt x="2893" y="589"/>
                  </a:cubicBezTo>
                  <a:cubicBezTo>
                    <a:pt x="2614" y="750"/>
                    <a:pt x="2316" y="870"/>
                    <a:pt x="2008" y="962"/>
                  </a:cubicBezTo>
                  <a:cubicBezTo>
                    <a:pt x="1363" y="1153"/>
                    <a:pt x="687" y="1216"/>
                    <a:pt x="21" y="1287"/>
                  </a:cubicBezTo>
                  <a:cubicBezTo>
                    <a:pt x="2" y="1289"/>
                    <a:pt x="0" y="1318"/>
                    <a:pt x="20" y="1318"/>
                  </a:cubicBezTo>
                  <a:cubicBezTo>
                    <a:pt x="21" y="1318"/>
                    <a:pt x="21" y="1318"/>
                    <a:pt x="21" y="1318"/>
                  </a:cubicBezTo>
                  <a:cubicBezTo>
                    <a:pt x="740" y="1294"/>
                    <a:pt x="1464" y="1240"/>
                    <a:pt x="2162" y="1049"/>
                  </a:cubicBezTo>
                  <a:cubicBezTo>
                    <a:pt x="2702" y="902"/>
                    <a:pt x="3472" y="622"/>
                    <a:pt x="3750" y="94"/>
                  </a:cubicBezTo>
                  <a:cubicBezTo>
                    <a:pt x="3772" y="52"/>
                    <a:pt x="3739" y="0"/>
                    <a:pt x="369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8"/>
            <p:cNvSpPr/>
            <p:nvPr/>
          </p:nvSpPr>
          <p:spPr>
            <a:xfrm rot="6567600">
              <a:off x="7673760" y="2240280"/>
              <a:ext cx="58680" cy="45360"/>
            </a:xfrm>
            <a:custGeom>
              <a:rect b="b" l="l" r="r" t="t"/>
              <a:pathLst>
                <a:path extrusionOk="0" h="200" w="258">
                  <a:moveTo>
                    <a:pt x="128" y="0"/>
                  </a:moveTo>
                  <a:cubicBezTo>
                    <a:pt x="0" y="0"/>
                    <a:pt x="0" y="199"/>
                    <a:pt x="128" y="199"/>
                  </a:cubicBezTo>
                  <a:cubicBezTo>
                    <a:pt x="129" y="199"/>
                    <a:pt x="129" y="199"/>
                    <a:pt x="130" y="199"/>
                  </a:cubicBezTo>
                  <a:cubicBezTo>
                    <a:pt x="257" y="199"/>
                    <a:pt x="257" y="0"/>
                    <a:pt x="12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23025" lIns="90000" spcFirstLastPara="1" rIns="90000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8"/>
            <p:cNvSpPr/>
            <p:nvPr/>
          </p:nvSpPr>
          <p:spPr>
            <a:xfrm rot="6567600">
              <a:off x="7353720" y="1749240"/>
              <a:ext cx="52560" cy="39600"/>
            </a:xfrm>
            <a:custGeom>
              <a:rect b="b" l="l" r="r" t="t"/>
              <a:pathLst>
                <a:path extrusionOk="0" h="175" w="231">
                  <a:moveTo>
                    <a:pt x="87" y="0"/>
                  </a:moveTo>
                  <a:cubicBezTo>
                    <a:pt x="41" y="0"/>
                    <a:pt x="0" y="39"/>
                    <a:pt x="0" y="87"/>
                  </a:cubicBezTo>
                  <a:cubicBezTo>
                    <a:pt x="0" y="136"/>
                    <a:pt x="41" y="174"/>
                    <a:pt x="87" y="174"/>
                  </a:cubicBezTo>
                  <a:cubicBezTo>
                    <a:pt x="95" y="174"/>
                    <a:pt x="102" y="173"/>
                    <a:pt x="110" y="171"/>
                  </a:cubicBezTo>
                  <a:lnTo>
                    <a:pt x="181" y="152"/>
                  </a:lnTo>
                  <a:cubicBezTo>
                    <a:pt x="208" y="144"/>
                    <a:pt x="230" y="116"/>
                    <a:pt x="229" y="87"/>
                  </a:cubicBezTo>
                  <a:cubicBezTo>
                    <a:pt x="229" y="59"/>
                    <a:pt x="211" y="32"/>
                    <a:pt x="181" y="23"/>
                  </a:cubicBezTo>
                  <a:lnTo>
                    <a:pt x="110" y="3"/>
                  </a:lnTo>
                  <a:cubicBezTo>
                    <a:pt x="102" y="1"/>
                    <a:pt x="95" y="0"/>
                    <a:pt x="8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8"/>
          <p:cNvGrpSpPr/>
          <p:nvPr/>
        </p:nvGrpSpPr>
        <p:grpSpPr>
          <a:xfrm>
            <a:off x="676080" y="199440"/>
            <a:ext cx="1144440" cy="1272600"/>
            <a:chOff x="676080" y="199440"/>
            <a:chExt cx="1144440" cy="1272600"/>
          </a:xfrm>
        </p:grpSpPr>
        <p:grpSp>
          <p:nvGrpSpPr>
            <p:cNvPr id="66" name="Google Shape;66;p8"/>
            <p:cNvGrpSpPr/>
            <p:nvPr/>
          </p:nvGrpSpPr>
          <p:grpSpPr>
            <a:xfrm>
              <a:off x="676080" y="268920"/>
              <a:ext cx="1144440" cy="1203120"/>
              <a:chOff x="676080" y="268920"/>
              <a:chExt cx="1144440" cy="1203120"/>
            </a:xfrm>
          </p:grpSpPr>
          <p:sp>
            <p:nvSpPr>
              <p:cNvPr id="67" name="Google Shape;67;p8"/>
              <p:cNvSpPr/>
              <p:nvPr/>
            </p:nvSpPr>
            <p:spPr>
              <a:xfrm>
                <a:off x="676080" y="268920"/>
                <a:ext cx="594000" cy="1134720"/>
              </a:xfrm>
              <a:custGeom>
                <a:rect b="b" l="l" r="r" t="t"/>
                <a:pathLst>
                  <a:path extrusionOk="0" h="8999" w="4714">
                    <a:moveTo>
                      <a:pt x="22" y="1"/>
                    </a:moveTo>
                    <a:cubicBezTo>
                      <a:pt x="8" y="1"/>
                      <a:pt x="1" y="24"/>
                      <a:pt x="16" y="30"/>
                    </a:cubicBezTo>
                    <a:cubicBezTo>
                      <a:pt x="2073" y="932"/>
                      <a:pt x="1123" y="3819"/>
                      <a:pt x="1540" y="5520"/>
                    </a:cubicBezTo>
                    <a:cubicBezTo>
                      <a:pt x="1901" y="6988"/>
                      <a:pt x="3045" y="8550"/>
                      <a:pt x="4548" y="8994"/>
                    </a:cubicBezTo>
                    <a:cubicBezTo>
                      <a:pt x="4558" y="8997"/>
                      <a:pt x="4568" y="8998"/>
                      <a:pt x="4577" y="8998"/>
                    </a:cubicBezTo>
                    <a:cubicBezTo>
                      <a:pt x="4670" y="8998"/>
                      <a:pt x="4714" y="8863"/>
                      <a:pt x="4626" y="8810"/>
                    </a:cubicBezTo>
                    <a:cubicBezTo>
                      <a:pt x="3831" y="8319"/>
                      <a:pt x="3115" y="7824"/>
                      <a:pt x="2576" y="7041"/>
                    </a:cubicBezTo>
                    <a:cubicBezTo>
                      <a:pt x="2019" y="6231"/>
                      <a:pt x="1745" y="5314"/>
                      <a:pt x="1701" y="4337"/>
                    </a:cubicBezTo>
                    <a:cubicBezTo>
                      <a:pt x="1632" y="2830"/>
                      <a:pt x="1802" y="637"/>
                      <a:pt x="27" y="1"/>
                    </a:cubicBezTo>
                    <a:cubicBezTo>
                      <a:pt x="26" y="1"/>
                      <a:pt x="24" y="1"/>
                      <a:pt x="22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8"/>
              <p:cNvSpPr/>
              <p:nvPr/>
            </p:nvSpPr>
            <p:spPr>
              <a:xfrm>
                <a:off x="976680" y="695520"/>
                <a:ext cx="704160" cy="732600"/>
              </a:xfrm>
              <a:custGeom>
                <a:rect b="b" l="l" r="r" t="t"/>
                <a:pathLst>
                  <a:path extrusionOk="0" h="5812" w="5586">
                    <a:moveTo>
                      <a:pt x="12" y="0"/>
                    </a:moveTo>
                    <a:cubicBezTo>
                      <a:pt x="6" y="0"/>
                      <a:pt x="1" y="4"/>
                      <a:pt x="2" y="12"/>
                    </a:cubicBezTo>
                    <a:cubicBezTo>
                      <a:pt x="35" y="1500"/>
                      <a:pt x="584" y="2904"/>
                      <a:pt x="1607" y="3996"/>
                    </a:cubicBezTo>
                    <a:cubicBezTo>
                      <a:pt x="2567" y="5020"/>
                      <a:pt x="4037" y="5811"/>
                      <a:pt x="5467" y="5811"/>
                    </a:cubicBezTo>
                    <a:cubicBezTo>
                      <a:pt x="5483" y="5811"/>
                      <a:pt x="5499" y="5811"/>
                      <a:pt x="5514" y="5811"/>
                    </a:cubicBezTo>
                    <a:cubicBezTo>
                      <a:pt x="5569" y="5811"/>
                      <a:pt x="5586" y="5723"/>
                      <a:pt x="5527" y="5711"/>
                    </a:cubicBezTo>
                    <a:cubicBezTo>
                      <a:pt x="4098" y="5442"/>
                      <a:pt x="2817" y="4985"/>
                      <a:pt x="1765" y="3934"/>
                    </a:cubicBezTo>
                    <a:cubicBezTo>
                      <a:pt x="736" y="2904"/>
                      <a:pt x="118" y="1463"/>
                      <a:pt x="26" y="12"/>
                    </a:cubicBezTo>
                    <a:cubicBezTo>
                      <a:pt x="25" y="4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8"/>
              <p:cNvSpPr/>
              <p:nvPr/>
            </p:nvSpPr>
            <p:spPr>
              <a:xfrm>
                <a:off x="1265040" y="954000"/>
                <a:ext cx="298440" cy="154440"/>
              </a:xfrm>
              <a:custGeom>
                <a:rect b="b" l="l" r="r" t="t"/>
                <a:pathLst>
                  <a:path extrusionOk="0" h="1231" w="2370">
                    <a:moveTo>
                      <a:pt x="35" y="0"/>
                    </a:moveTo>
                    <a:cubicBezTo>
                      <a:pt x="17" y="0"/>
                      <a:pt x="1" y="24"/>
                      <a:pt x="19" y="39"/>
                    </a:cubicBezTo>
                    <a:cubicBezTo>
                      <a:pt x="647" y="613"/>
                      <a:pt x="1455" y="1107"/>
                      <a:pt x="2311" y="1230"/>
                    </a:cubicBezTo>
                    <a:cubicBezTo>
                      <a:pt x="2313" y="1231"/>
                      <a:pt x="2315" y="1231"/>
                      <a:pt x="2317" y="1231"/>
                    </a:cubicBezTo>
                    <a:cubicBezTo>
                      <a:pt x="2355" y="1231"/>
                      <a:pt x="2369" y="1177"/>
                      <a:pt x="2329" y="1164"/>
                    </a:cubicBezTo>
                    <a:cubicBezTo>
                      <a:pt x="1485" y="895"/>
                      <a:pt x="733" y="590"/>
                      <a:pt x="51" y="7"/>
                    </a:cubicBezTo>
                    <a:cubicBezTo>
                      <a:pt x="46" y="2"/>
                      <a:pt x="41" y="0"/>
                      <a:pt x="35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77400" lIns="90000" spcFirstLastPara="1" rIns="90000" wrap="square" tIns="7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8"/>
              <p:cNvSpPr/>
              <p:nvPr/>
            </p:nvSpPr>
            <p:spPr>
              <a:xfrm>
                <a:off x="1632960" y="1101600"/>
                <a:ext cx="38880" cy="30240"/>
              </a:xfrm>
              <a:custGeom>
                <a:rect b="b" l="l" r="r" t="t"/>
                <a:pathLst>
                  <a:path extrusionOk="0" h="244" w="315">
                    <a:moveTo>
                      <a:pt x="157" y="1"/>
                    </a:moveTo>
                    <a:cubicBezTo>
                      <a:pt x="1" y="1"/>
                      <a:pt x="0" y="244"/>
                      <a:pt x="157" y="244"/>
                    </a:cubicBezTo>
                    <a:cubicBezTo>
                      <a:pt x="314" y="243"/>
                      <a:pt x="314" y="1"/>
                      <a:pt x="157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1382040" y="1240560"/>
                <a:ext cx="25560" cy="19440"/>
              </a:xfrm>
              <a:custGeom>
                <a:rect b="b" l="l" r="r" t="t"/>
                <a:pathLst>
                  <a:path extrusionOk="0" h="161" w="208">
                    <a:moveTo>
                      <a:pt x="104" y="0"/>
                    </a:moveTo>
                    <a:cubicBezTo>
                      <a:pt x="0" y="0"/>
                      <a:pt x="0" y="160"/>
                      <a:pt x="104" y="160"/>
                    </a:cubicBezTo>
                    <a:cubicBezTo>
                      <a:pt x="208" y="159"/>
                      <a:pt x="208" y="0"/>
                      <a:pt x="104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10075" lIns="90000" spcFirstLastPara="1" rIns="90000" wrap="square" tIns="10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8"/>
              <p:cNvSpPr/>
              <p:nvPr/>
            </p:nvSpPr>
            <p:spPr>
              <a:xfrm>
                <a:off x="1581480" y="1309680"/>
                <a:ext cx="239040" cy="43920"/>
              </a:xfrm>
              <a:custGeom>
                <a:rect b="b" l="l" r="r" t="t"/>
                <a:pathLst>
                  <a:path extrusionOk="0" h="354" w="1901">
                    <a:moveTo>
                      <a:pt x="44" y="1"/>
                    </a:moveTo>
                    <a:cubicBezTo>
                      <a:pt x="10" y="1"/>
                      <a:pt x="1" y="53"/>
                      <a:pt x="38" y="67"/>
                    </a:cubicBezTo>
                    <a:cubicBezTo>
                      <a:pt x="490" y="229"/>
                      <a:pt x="995" y="353"/>
                      <a:pt x="1486" y="353"/>
                    </a:cubicBezTo>
                    <a:cubicBezTo>
                      <a:pt x="1612" y="353"/>
                      <a:pt x="1737" y="345"/>
                      <a:pt x="1860" y="327"/>
                    </a:cubicBezTo>
                    <a:cubicBezTo>
                      <a:pt x="1900" y="320"/>
                      <a:pt x="1885" y="262"/>
                      <a:pt x="1852" y="260"/>
                    </a:cubicBezTo>
                    <a:cubicBezTo>
                      <a:pt x="1237" y="205"/>
                      <a:pt x="653" y="175"/>
                      <a:pt x="55" y="3"/>
                    </a:cubicBezTo>
                    <a:cubicBezTo>
                      <a:pt x="51" y="1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22300" lIns="90000" spcFirstLastPara="1" rIns="90000" wrap="square" tIns="22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1334520" y="1411200"/>
                <a:ext cx="32040" cy="28080"/>
              </a:xfrm>
              <a:custGeom>
                <a:rect b="b" l="l" r="r" t="t"/>
                <a:pathLst>
                  <a:path extrusionOk="0" h="228" w="260">
                    <a:moveTo>
                      <a:pt x="105" y="1"/>
                    </a:moveTo>
                    <a:cubicBezTo>
                      <a:pt x="82" y="1"/>
                      <a:pt x="58" y="9"/>
                      <a:pt x="41" y="27"/>
                    </a:cubicBezTo>
                    <a:cubicBezTo>
                      <a:pt x="1" y="66"/>
                      <a:pt x="8" y="140"/>
                      <a:pt x="59" y="168"/>
                    </a:cubicBezTo>
                    <a:cubicBezTo>
                      <a:pt x="89" y="185"/>
                      <a:pt x="120" y="202"/>
                      <a:pt x="148" y="219"/>
                    </a:cubicBezTo>
                    <a:cubicBezTo>
                      <a:pt x="158" y="225"/>
                      <a:pt x="168" y="228"/>
                      <a:pt x="178" y="228"/>
                    </a:cubicBezTo>
                    <a:cubicBezTo>
                      <a:pt x="221" y="228"/>
                      <a:pt x="259" y="176"/>
                      <a:pt x="233" y="133"/>
                    </a:cubicBezTo>
                    <a:cubicBezTo>
                      <a:pt x="215" y="105"/>
                      <a:pt x="197" y="75"/>
                      <a:pt x="183" y="45"/>
                    </a:cubicBezTo>
                    <a:cubicBezTo>
                      <a:pt x="167" y="16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1436760" y="1448280"/>
                <a:ext cx="30600" cy="23760"/>
              </a:xfrm>
              <a:custGeom>
                <a:rect b="b" l="l" r="r" t="t"/>
                <a:pathLst>
                  <a:path extrusionOk="0" h="194" w="249">
                    <a:moveTo>
                      <a:pt x="125" y="1"/>
                    </a:moveTo>
                    <a:cubicBezTo>
                      <a:pt x="2" y="1"/>
                      <a:pt x="1" y="193"/>
                      <a:pt x="125" y="193"/>
                    </a:cubicBezTo>
                    <a:cubicBezTo>
                      <a:pt x="248" y="192"/>
                      <a:pt x="249" y="1"/>
                      <a:pt x="12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anchorCtr="0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677160" y="241200"/>
              <a:ext cx="1099080" cy="1022040"/>
            </a:xfrm>
            <a:custGeom>
              <a:rect b="b" l="l" r="r" t="t"/>
              <a:pathLst>
                <a:path extrusionOk="0" h="8105" w="8715">
                  <a:moveTo>
                    <a:pt x="8" y="0"/>
                  </a:moveTo>
                  <a:cubicBezTo>
                    <a:pt x="1" y="0"/>
                    <a:pt x="0" y="11"/>
                    <a:pt x="7" y="13"/>
                  </a:cubicBezTo>
                  <a:cubicBezTo>
                    <a:pt x="2199" y="829"/>
                    <a:pt x="2511" y="3459"/>
                    <a:pt x="3440" y="5298"/>
                  </a:cubicBezTo>
                  <a:cubicBezTo>
                    <a:pt x="3899" y="6203"/>
                    <a:pt x="4552" y="6933"/>
                    <a:pt x="5477" y="7375"/>
                  </a:cubicBezTo>
                  <a:cubicBezTo>
                    <a:pt x="6402" y="7815"/>
                    <a:pt x="7510" y="8052"/>
                    <a:pt x="8531" y="8104"/>
                  </a:cubicBezTo>
                  <a:cubicBezTo>
                    <a:pt x="8534" y="8105"/>
                    <a:pt x="8537" y="8105"/>
                    <a:pt x="8540" y="8105"/>
                  </a:cubicBezTo>
                  <a:cubicBezTo>
                    <a:pt x="8685" y="8105"/>
                    <a:pt x="8715" y="7868"/>
                    <a:pt x="8568" y="7836"/>
                  </a:cubicBezTo>
                  <a:cubicBezTo>
                    <a:pt x="7486" y="7595"/>
                    <a:pt x="6394" y="7534"/>
                    <a:pt x="5398" y="6993"/>
                  </a:cubicBezTo>
                  <a:cubicBezTo>
                    <a:pt x="4323" y="6408"/>
                    <a:pt x="3714" y="5383"/>
                    <a:pt x="3267" y="4282"/>
                  </a:cubicBezTo>
                  <a:cubicBezTo>
                    <a:pt x="2607" y="2660"/>
                    <a:pt x="1962" y="462"/>
                    <a:pt x="11" y="1"/>
                  </a:cubicBezTo>
                  <a:cubicBezTo>
                    <a:pt x="10" y="0"/>
                    <a:pt x="9" y="0"/>
                    <a:pt x="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724680" y="199440"/>
              <a:ext cx="818280" cy="770760"/>
            </a:xfrm>
            <a:custGeom>
              <a:rect b="b" l="l" r="r" t="t"/>
              <a:pathLst>
                <a:path extrusionOk="0" h="6113" w="6490">
                  <a:moveTo>
                    <a:pt x="19" y="0"/>
                  </a:moveTo>
                  <a:cubicBezTo>
                    <a:pt x="8" y="0"/>
                    <a:pt x="0" y="18"/>
                    <a:pt x="12" y="24"/>
                  </a:cubicBezTo>
                  <a:cubicBezTo>
                    <a:pt x="822" y="394"/>
                    <a:pt x="1551" y="802"/>
                    <a:pt x="2053" y="1567"/>
                  </a:cubicBezTo>
                  <a:cubicBezTo>
                    <a:pt x="2499" y="2247"/>
                    <a:pt x="2723" y="3044"/>
                    <a:pt x="3073" y="3773"/>
                  </a:cubicBezTo>
                  <a:cubicBezTo>
                    <a:pt x="3637" y="4950"/>
                    <a:pt x="4864" y="6113"/>
                    <a:pt x="6257" y="6113"/>
                  </a:cubicBezTo>
                  <a:cubicBezTo>
                    <a:pt x="6269" y="6113"/>
                    <a:pt x="6282" y="6113"/>
                    <a:pt x="6294" y="6112"/>
                  </a:cubicBezTo>
                  <a:cubicBezTo>
                    <a:pt x="6453" y="6110"/>
                    <a:pt x="6490" y="5876"/>
                    <a:pt x="6333" y="5834"/>
                  </a:cubicBezTo>
                  <a:cubicBezTo>
                    <a:pt x="5550" y="5626"/>
                    <a:pt x="4867" y="5436"/>
                    <a:pt x="4235" y="4892"/>
                  </a:cubicBezTo>
                  <a:cubicBezTo>
                    <a:pt x="3612" y="4354"/>
                    <a:pt x="3266" y="3626"/>
                    <a:pt x="2938" y="2888"/>
                  </a:cubicBezTo>
                  <a:cubicBezTo>
                    <a:pt x="2645" y="2232"/>
                    <a:pt x="2337" y="1566"/>
                    <a:pt x="1812" y="1058"/>
                  </a:cubicBezTo>
                  <a:cubicBezTo>
                    <a:pt x="1314" y="575"/>
                    <a:pt x="686" y="200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8"/>
          <p:cNvGrpSpPr/>
          <p:nvPr/>
        </p:nvGrpSpPr>
        <p:grpSpPr>
          <a:xfrm>
            <a:off x="3782127" y="-314997"/>
            <a:ext cx="1347960" cy="1197807"/>
            <a:chOff x="3782127" y="-314997"/>
            <a:chExt cx="1347960" cy="1197807"/>
          </a:xfrm>
        </p:grpSpPr>
        <p:sp>
          <p:nvSpPr>
            <p:cNvPr id="78" name="Google Shape;78;p8"/>
            <p:cNvSpPr/>
            <p:nvPr/>
          </p:nvSpPr>
          <p:spPr>
            <a:xfrm rot="10290000">
              <a:off x="5037120" y="717480"/>
              <a:ext cx="71640" cy="160920"/>
            </a:xfrm>
            <a:custGeom>
              <a:rect b="b" l="l" r="r" t="t"/>
              <a:pathLst>
                <a:path extrusionOk="0" h="795" w="356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0625" lIns="90000" spcFirstLastPara="1" rIns="90000" wrap="square" tIns="80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10290000">
              <a:off x="4890600" y="452880"/>
              <a:ext cx="112320" cy="170280"/>
            </a:xfrm>
            <a:custGeom>
              <a:rect b="b" l="l" r="r" t="t"/>
              <a:pathLst>
                <a:path extrusionOk="0" h="842" w="557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5300" lIns="90000" spcFirstLastPara="1" rIns="90000" wrap="square" tIns="85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rot="10290000">
              <a:off x="4695120" y="272160"/>
              <a:ext cx="122760" cy="133560"/>
            </a:xfrm>
            <a:custGeom>
              <a:rect b="b" l="l" r="r" t="t"/>
              <a:pathLst>
                <a:path extrusionOk="0" h="660" w="607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6950" lIns="90000" spcFirstLastPara="1" rIns="90000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rot="10290000">
              <a:off x="4398840" y="91800"/>
              <a:ext cx="204840" cy="147600"/>
            </a:xfrm>
            <a:custGeom>
              <a:rect b="b" l="l" r="r" t="t"/>
              <a:pathLst>
                <a:path extrusionOk="0" h="729" w="1011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4150" lIns="90000" spcFirstLastPara="1" rIns="90000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10290000">
              <a:off x="4121640" y="-6120"/>
              <a:ext cx="199080" cy="129240"/>
            </a:xfrm>
            <a:custGeom>
              <a:rect b="b" l="l" r="r" t="t"/>
              <a:pathLst>
                <a:path extrusionOk="0" h="639" w="983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4800" lIns="90000" spcFirstLastPara="1" rIns="90000" wrap="square" tIns="6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rot="10290000">
              <a:off x="3801960" y="-301680"/>
              <a:ext cx="201240" cy="283320"/>
            </a:xfrm>
            <a:custGeom>
              <a:rect b="b" l="l" r="r" t="t"/>
              <a:pathLst>
                <a:path extrusionOk="0" h="1397" w="994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10290000">
              <a:off x="4873680" y="639720"/>
              <a:ext cx="84240" cy="138600"/>
            </a:xfrm>
            <a:custGeom>
              <a:rect b="b" l="l" r="r" t="t"/>
              <a:pathLst>
                <a:path extrusionOk="0" h="686" w="418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9475" lIns="90000" spcFirstLastPara="1" rIns="90000" wrap="square" tIns="6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rot="10290000">
              <a:off x="4673520" y="429120"/>
              <a:ext cx="115920" cy="129240"/>
            </a:xfrm>
            <a:custGeom>
              <a:rect b="b" l="l" r="r" t="t"/>
              <a:pathLst>
                <a:path extrusionOk="0" h="640" w="573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4800" lIns="90000" spcFirstLastPara="1" rIns="90000" wrap="square" tIns="6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10290000">
              <a:off x="4428720" y="279720"/>
              <a:ext cx="115920" cy="83160"/>
            </a:xfrm>
            <a:custGeom>
              <a:rect b="b" l="l" r="r" t="t"/>
              <a:pathLst>
                <a:path extrusionOk="0" h="412" w="574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rot="10290000">
              <a:off x="4125960" y="167040"/>
              <a:ext cx="155880" cy="85680"/>
            </a:xfrm>
            <a:custGeom>
              <a:rect b="b" l="l" r="r" t="t"/>
              <a:pathLst>
                <a:path extrusionOk="0" h="425" w="771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3200" lIns="90000" spcFirstLastPara="1" rIns="90000" wrap="square" tIns="43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10290000">
              <a:off x="3893040" y="51840"/>
              <a:ext cx="106560" cy="100440"/>
            </a:xfrm>
            <a:custGeom>
              <a:rect b="b" l="l" r="r" t="t"/>
              <a:pathLst>
                <a:path extrusionOk="0" h="497" w="527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0400" lIns="90000" spcFirstLastPara="1" rIns="900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rot="10290000">
              <a:off x="5032080" y="429840"/>
              <a:ext cx="85680" cy="173160"/>
            </a:xfrm>
            <a:custGeom>
              <a:rect b="b" l="l" r="r" t="t"/>
              <a:pathLst>
                <a:path extrusionOk="0" h="855" w="425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6750" lIns="90000" spcFirstLastPara="1" rIns="90000" wrap="square" tIns="86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 rot="10290000">
              <a:off x="4820400" y="204480"/>
              <a:ext cx="136440" cy="146520"/>
            </a:xfrm>
            <a:custGeom>
              <a:rect b="b" l="l" r="r" t="t"/>
              <a:pathLst>
                <a:path extrusionOk="0" h="724" w="674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3425" lIns="90000" spcFirstLastPara="1" rIns="90000" wrap="square" tIns="73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 rot="10290000">
              <a:off x="4617720" y="110520"/>
              <a:ext cx="121320" cy="66960"/>
            </a:xfrm>
            <a:custGeom>
              <a:rect b="b" l="l" r="r" t="t"/>
              <a:pathLst>
                <a:path extrusionOk="0" h="333" w="601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 rot="10290000">
              <a:off x="4368240" y="-24840"/>
              <a:ext cx="118440" cy="86040"/>
            </a:xfrm>
            <a:custGeom>
              <a:rect b="b" l="l" r="r" t="t"/>
              <a:pathLst>
                <a:path extrusionOk="0" h="427" w="586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3200" lIns="90000" spcFirstLastPara="1" rIns="90000" wrap="square" tIns="43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 rot="10290000">
              <a:off x="4093200" y="-208800"/>
              <a:ext cx="137520" cy="155520"/>
            </a:xfrm>
            <a:custGeom>
              <a:rect b="b" l="l" r="r" t="t"/>
              <a:pathLst>
                <a:path extrusionOk="0" h="769" w="68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8100" lIns="90000" spcFirstLastPara="1" rIns="90000" wrap="square" tIns="7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8"/>
          <p:cNvGrpSpPr/>
          <p:nvPr/>
        </p:nvGrpSpPr>
        <p:grpSpPr>
          <a:xfrm>
            <a:off x="4410633" y="4208669"/>
            <a:ext cx="1347960" cy="1198167"/>
            <a:chOff x="4410633" y="4208669"/>
            <a:chExt cx="1347960" cy="1198167"/>
          </a:xfrm>
        </p:grpSpPr>
        <p:sp>
          <p:nvSpPr>
            <p:cNvPr id="95" name="Google Shape;95;p8"/>
            <p:cNvSpPr/>
            <p:nvPr/>
          </p:nvSpPr>
          <p:spPr>
            <a:xfrm rot="-510000">
              <a:off x="4431960" y="4213080"/>
              <a:ext cx="71640" cy="160920"/>
            </a:xfrm>
            <a:custGeom>
              <a:rect b="b" l="l" r="r" t="t"/>
              <a:pathLst>
                <a:path extrusionOk="0" h="795" w="356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0625" lIns="90000" spcFirstLastPara="1" rIns="90000" wrap="square" tIns="80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"/>
            <p:cNvSpPr/>
            <p:nvPr/>
          </p:nvSpPr>
          <p:spPr>
            <a:xfrm rot="-510000">
              <a:off x="4537800" y="4468320"/>
              <a:ext cx="112320" cy="170280"/>
            </a:xfrm>
            <a:custGeom>
              <a:rect b="b" l="l" r="r" t="t"/>
              <a:pathLst>
                <a:path extrusionOk="0" h="842" w="557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5300" lIns="90000" spcFirstLastPara="1" rIns="90000" wrap="square" tIns="85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 rot="-510000">
              <a:off x="4722840" y="4685760"/>
              <a:ext cx="122760" cy="133560"/>
            </a:xfrm>
            <a:custGeom>
              <a:rect b="b" l="l" r="r" t="t"/>
              <a:pathLst>
                <a:path extrusionOk="0" h="660" w="607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6950" lIns="90000" spcFirstLastPara="1" rIns="90000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 rot="-510000">
              <a:off x="4937040" y="4852080"/>
              <a:ext cx="204840" cy="147600"/>
            </a:xfrm>
            <a:custGeom>
              <a:rect b="b" l="l" r="r" t="t"/>
              <a:pathLst>
                <a:path extrusionOk="0" h="729" w="1011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4150" lIns="90000" spcFirstLastPara="1" rIns="90000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 rot="-510000">
              <a:off x="5220000" y="4968720"/>
              <a:ext cx="199080" cy="129240"/>
            </a:xfrm>
            <a:custGeom>
              <a:rect b="b" l="l" r="r" t="t"/>
              <a:pathLst>
                <a:path extrusionOk="0" h="639" w="983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4800" lIns="90000" spcFirstLastPara="1" rIns="90000" wrap="square" tIns="6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 rot="-510000">
              <a:off x="5537520" y="5110200"/>
              <a:ext cx="201240" cy="283320"/>
            </a:xfrm>
            <a:custGeom>
              <a:rect b="b" l="l" r="r" t="t"/>
              <a:pathLst>
                <a:path extrusionOk="0" h="1397" w="994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 rot="-510000">
              <a:off x="4582440" y="4313160"/>
              <a:ext cx="84240" cy="138600"/>
            </a:xfrm>
            <a:custGeom>
              <a:rect b="b" l="l" r="r" t="t"/>
              <a:pathLst>
                <a:path extrusionOk="0" h="686" w="418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9475" lIns="90000" spcFirstLastPara="1" rIns="90000" wrap="square" tIns="6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 rot="-510000">
              <a:off x="4751280" y="4532760"/>
              <a:ext cx="115920" cy="129240"/>
            </a:xfrm>
            <a:custGeom>
              <a:rect b="b" l="l" r="r" t="t"/>
              <a:pathLst>
                <a:path extrusionOk="0" h="640" w="573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64800" lIns="90000" spcFirstLastPara="1" rIns="90000" wrap="square" tIns="6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-510000">
              <a:off x="4996080" y="4728600"/>
              <a:ext cx="115920" cy="83160"/>
            </a:xfrm>
            <a:custGeom>
              <a:rect b="b" l="l" r="r" t="t"/>
              <a:pathLst>
                <a:path extrusionOk="0" h="412" w="574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1750" lIns="90000" spcFirstLastPara="1" rIns="90000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 rot="-510000">
              <a:off x="5258880" y="4838760"/>
              <a:ext cx="155880" cy="85680"/>
            </a:xfrm>
            <a:custGeom>
              <a:rect b="b" l="l" r="r" t="t"/>
              <a:pathLst>
                <a:path extrusionOk="0" h="425" w="771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3200" lIns="90000" spcFirstLastPara="1" rIns="90000" wrap="square" tIns="43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-510000">
              <a:off x="5541120" y="4939200"/>
              <a:ext cx="106560" cy="100440"/>
            </a:xfrm>
            <a:custGeom>
              <a:rect b="b" l="l" r="r" t="t"/>
              <a:pathLst>
                <a:path extrusionOk="0" h="497" w="527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50400" lIns="90000" spcFirstLastPara="1" rIns="90000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-510000">
              <a:off x="4422960" y="4488480"/>
              <a:ext cx="85680" cy="173160"/>
            </a:xfrm>
            <a:custGeom>
              <a:rect b="b" l="l" r="r" t="t"/>
              <a:pathLst>
                <a:path extrusionOk="0" h="855" w="425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86750" lIns="90000" spcFirstLastPara="1" rIns="90000" wrap="square" tIns="86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8"/>
            <p:cNvSpPr/>
            <p:nvPr/>
          </p:nvSpPr>
          <p:spPr>
            <a:xfrm rot="-510000">
              <a:off x="4583880" y="4740120"/>
              <a:ext cx="136440" cy="146520"/>
            </a:xfrm>
            <a:custGeom>
              <a:rect b="b" l="l" r="r" t="t"/>
              <a:pathLst>
                <a:path extrusionOk="0" h="724" w="674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3425" lIns="90000" spcFirstLastPara="1" rIns="90000" wrap="square" tIns="73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 rot="-510000">
              <a:off x="4801680" y="4914000"/>
              <a:ext cx="121320" cy="66960"/>
            </a:xfrm>
            <a:custGeom>
              <a:rect b="b" l="l" r="r" t="t"/>
              <a:pathLst>
                <a:path extrusionOk="0" h="333" w="601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rot="-510000">
              <a:off x="5054040" y="5030640"/>
              <a:ext cx="118440" cy="86040"/>
            </a:xfrm>
            <a:custGeom>
              <a:rect b="b" l="l" r="r" t="t"/>
              <a:pathLst>
                <a:path extrusionOk="0" h="427" w="586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43200" lIns="90000" spcFirstLastPara="1" rIns="90000" wrap="square" tIns="43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10000">
              <a:off x="5310000" y="5145480"/>
              <a:ext cx="137520" cy="155520"/>
            </a:xfrm>
            <a:custGeom>
              <a:rect b="b" l="l" r="r" t="t"/>
              <a:pathLst>
                <a:path extrusionOk="0" h="769" w="68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anchorCtr="0" anchor="ctr" bIns="78100" lIns="90000" spcFirstLastPara="1" rIns="90000" wrap="square" tIns="7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8"/>
          <p:cNvGrpSpPr/>
          <p:nvPr/>
        </p:nvGrpSpPr>
        <p:grpSpPr>
          <a:xfrm>
            <a:off x="8377277" y="187387"/>
            <a:ext cx="404292" cy="430561"/>
            <a:chOff x="8377277" y="187387"/>
            <a:chExt cx="404292" cy="430561"/>
          </a:xfrm>
        </p:grpSpPr>
        <p:sp>
          <p:nvSpPr>
            <p:cNvPr id="112" name="Google Shape;112;p8"/>
            <p:cNvSpPr/>
            <p:nvPr/>
          </p:nvSpPr>
          <p:spPr>
            <a:xfrm rot="1738800">
              <a:off x="8420760" y="230760"/>
              <a:ext cx="241560" cy="241920"/>
            </a:xfrm>
            <a:custGeom>
              <a:rect b="b" l="l" r="r" t="t"/>
              <a:pathLst>
                <a:path extrusionOk="0" h="2339" w="2335">
                  <a:moveTo>
                    <a:pt x="1193" y="1"/>
                  </a:moveTo>
                  <a:cubicBezTo>
                    <a:pt x="1039" y="1"/>
                    <a:pt x="801" y="802"/>
                    <a:pt x="801" y="802"/>
                  </a:cubicBezTo>
                  <a:cubicBezTo>
                    <a:pt x="801" y="802"/>
                    <a:pt x="582" y="763"/>
                    <a:pt x="376" y="763"/>
                  </a:cubicBezTo>
                  <a:cubicBezTo>
                    <a:pt x="196" y="763"/>
                    <a:pt x="25" y="793"/>
                    <a:pt x="18" y="903"/>
                  </a:cubicBezTo>
                  <a:cubicBezTo>
                    <a:pt x="1" y="1142"/>
                    <a:pt x="664" y="1363"/>
                    <a:pt x="664" y="1363"/>
                  </a:cubicBezTo>
                  <a:cubicBezTo>
                    <a:pt x="664" y="1363"/>
                    <a:pt x="290" y="2129"/>
                    <a:pt x="443" y="2249"/>
                  </a:cubicBezTo>
                  <a:cubicBezTo>
                    <a:pt x="456" y="2259"/>
                    <a:pt x="472" y="2264"/>
                    <a:pt x="492" y="2264"/>
                  </a:cubicBezTo>
                  <a:cubicBezTo>
                    <a:pt x="692" y="2264"/>
                    <a:pt x="1175" y="1739"/>
                    <a:pt x="1175" y="1739"/>
                  </a:cubicBezTo>
                  <a:cubicBezTo>
                    <a:pt x="1175" y="1739"/>
                    <a:pt x="1509" y="2338"/>
                    <a:pt x="1724" y="2338"/>
                  </a:cubicBezTo>
                  <a:cubicBezTo>
                    <a:pt x="1747" y="2338"/>
                    <a:pt x="1768" y="2331"/>
                    <a:pt x="1788" y="2317"/>
                  </a:cubicBezTo>
                  <a:cubicBezTo>
                    <a:pt x="1992" y="2164"/>
                    <a:pt x="1703" y="1499"/>
                    <a:pt x="1703" y="1499"/>
                  </a:cubicBezTo>
                  <a:cubicBezTo>
                    <a:pt x="1703" y="1499"/>
                    <a:pt x="2299" y="1244"/>
                    <a:pt x="2315" y="1039"/>
                  </a:cubicBezTo>
                  <a:cubicBezTo>
                    <a:pt x="2334" y="835"/>
                    <a:pt x="1516" y="802"/>
                    <a:pt x="1516" y="802"/>
                  </a:cubicBezTo>
                  <a:cubicBezTo>
                    <a:pt x="1516" y="802"/>
                    <a:pt x="1346" y="1"/>
                    <a:pt x="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1738800">
              <a:off x="8553240" y="473400"/>
              <a:ext cx="220320" cy="90000"/>
            </a:xfrm>
            <a:custGeom>
              <a:rect b="b" l="l" r="r" t="t"/>
              <a:pathLst>
                <a:path extrusionOk="0" h="875" w="2131">
                  <a:moveTo>
                    <a:pt x="229" y="1"/>
                  </a:moveTo>
                  <a:cubicBezTo>
                    <a:pt x="85" y="1"/>
                    <a:pt x="0" y="11"/>
                    <a:pt x="0" y="11"/>
                  </a:cubicBezTo>
                  <a:cubicBezTo>
                    <a:pt x="1560" y="385"/>
                    <a:pt x="1947" y="873"/>
                    <a:pt x="1949" y="874"/>
                  </a:cubicBezTo>
                  <a:lnTo>
                    <a:pt x="2131" y="552"/>
                  </a:lnTo>
                  <a:cubicBezTo>
                    <a:pt x="2131" y="552"/>
                    <a:pt x="1822" y="306"/>
                    <a:pt x="1114" y="117"/>
                  </a:cubicBezTo>
                  <a:cubicBezTo>
                    <a:pt x="752" y="21"/>
                    <a:pt x="432" y="1"/>
                    <a:pt x="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350" lIns="90000" spcFirstLastPara="1" rIns="90000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 rot="1738800">
              <a:off x="8591040" y="456120"/>
              <a:ext cx="189360" cy="46800"/>
            </a:xfrm>
            <a:custGeom>
              <a:rect b="b" l="l" r="r" t="t"/>
              <a:pathLst>
                <a:path extrusionOk="0" h="458" w="1832">
                  <a:moveTo>
                    <a:pt x="841" y="1"/>
                  </a:moveTo>
                  <a:cubicBezTo>
                    <a:pt x="351" y="1"/>
                    <a:pt x="1" y="129"/>
                    <a:pt x="1" y="129"/>
                  </a:cubicBezTo>
                  <a:cubicBezTo>
                    <a:pt x="1338" y="134"/>
                    <a:pt x="1745" y="456"/>
                    <a:pt x="1745" y="457"/>
                  </a:cubicBezTo>
                  <a:lnTo>
                    <a:pt x="1832" y="160"/>
                  </a:lnTo>
                  <a:cubicBezTo>
                    <a:pt x="1832" y="160"/>
                    <a:pt x="1534" y="19"/>
                    <a:pt x="923" y="2"/>
                  </a:cubicBezTo>
                  <a:cubicBezTo>
                    <a:pt x="895" y="1"/>
                    <a:pt x="868" y="1"/>
                    <a:pt x="8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3750" lIns="90000" spcFirstLastPara="1" rIns="90000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 rot="1738800">
              <a:off x="8543160" y="479160"/>
              <a:ext cx="171720" cy="103680"/>
            </a:xfrm>
            <a:custGeom>
              <a:rect b="b" l="l" r="r" t="t"/>
              <a:pathLst>
                <a:path extrusionOk="0" h="1007" w="1661">
                  <a:moveTo>
                    <a:pt x="0" y="0"/>
                  </a:moveTo>
                  <a:lnTo>
                    <a:pt x="0" y="0"/>
                  </a:lnTo>
                  <a:cubicBezTo>
                    <a:pt x="1220" y="547"/>
                    <a:pt x="1463" y="1006"/>
                    <a:pt x="1463" y="1006"/>
                  </a:cubicBezTo>
                  <a:lnTo>
                    <a:pt x="1661" y="770"/>
                  </a:lnTo>
                  <a:cubicBezTo>
                    <a:pt x="1661" y="770"/>
                    <a:pt x="1447" y="521"/>
                    <a:pt x="895" y="258"/>
                  </a:cubicBezTo>
                  <a:cubicBezTo>
                    <a:pt x="414" y="2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200" lIns="90000" spcFirstLastPara="1" rIns="90000" wrap="square" tIns="5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8"/>
          <p:cNvGrpSpPr/>
          <p:nvPr/>
        </p:nvGrpSpPr>
        <p:grpSpPr>
          <a:xfrm>
            <a:off x="244900" y="1242648"/>
            <a:ext cx="490077" cy="352803"/>
            <a:chOff x="244900" y="1242648"/>
            <a:chExt cx="490077" cy="352803"/>
          </a:xfrm>
        </p:grpSpPr>
        <p:sp>
          <p:nvSpPr>
            <p:cNvPr id="117" name="Google Shape;117;p8"/>
            <p:cNvSpPr/>
            <p:nvPr/>
          </p:nvSpPr>
          <p:spPr>
            <a:xfrm rot="453600">
              <a:off x="257040" y="1383480"/>
              <a:ext cx="214560" cy="198720"/>
            </a:xfrm>
            <a:custGeom>
              <a:rect b="b" l="l" r="r" t="t"/>
              <a:pathLst>
                <a:path extrusionOk="0" h="1103" w="1190">
                  <a:moveTo>
                    <a:pt x="841" y="0"/>
                  </a:moveTo>
                  <a:cubicBezTo>
                    <a:pt x="745" y="0"/>
                    <a:pt x="525" y="236"/>
                    <a:pt x="525" y="236"/>
                  </a:cubicBezTo>
                  <a:cubicBezTo>
                    <a:pt x="525" y="236"/>
                    <a:pt x="256" y="90"/>
                    <a:pt x="154" y="90"/>
                  </a:cubicBezTo>
                  <a:cubicBezTo>
                    <a:pt x="139" y="90"/>
                    <a:pt x="128" y="94"/>
                    <a:pt x="121" y="101"/>
                  </a:cubicBezTo>
                  <a:cubicBezTo>
                    <a:pt x="73" y="159"/>
                    <a:pt x="297" y="504"/>
                    <a:pt x="297" y="504"/>
                  </a:cubicBezTo>
                  <a:cubicBezTo>
                    <a:pt x="297" y="504"/>
                    <a:pt x="1" y="749"/>
                    <a:pt x="85" y="832"/>
                  </a:cubicBezTo>
                  <a:cubicBezTo>
                    <a:pt x="100" y="847"/>
                    <a:pt x="124" y="854"/>
                    <a:pt x="151" y="854"/>
                  </a:cubicBezTo>
                  <a:cubicBezTo>
                    <a:pt x="269" y="854"/>
                    <a:pt x="465" y="736"/>
                    <a:pt x="465" y="736"/>
                  </a:cubicBezTo>
                  <a:cubicBezTo>
                    <a:pt x="465" y="736"/>
                    <a:pt x="625" y="1103"/>
                    <a:pt x="719" y="1103"/>
                  </a:cubicBezTo>
                  <a:cubicBezTo>
                    <a:pt x="722" y="1103"/>
                    <a:pt x="724" y="1102"/>
                    <a:pt x="726" y="1102"/>
                  </a:cubicBezTo>
                  <a:cubicBezTo>
                    <a:pt x="821" y="1083"/>
                    <a:pt x="768" y="664"/>
                    <a:pt x="768" y="664"/>
                  </a:cubicBezTo>
                  <a:lnTo>
                    <a:pt x="768" y="664"/>
                  </a:lnTo>
                  <a:cubicBezTo>
                    <a:pt x="768" y="664"/>
                    <a:pt x="895" y="690"/>
                    <a:pt x="1009" y="690"/>
                  </a:cubicBezTo>
                  <a:cubicBezTo>
                    <a:pt x="1098" y="690"/>
                    <a:pt x="1178" y="674"/>
                    <a:pt x="1182" y="618"/>
                  </a:cubicBezTo>
                  <a:cubicBezTo>
                    <a:pt x="1189" y="493"/>
                    <a:pt x="847" y="389"/>
                    <a:pt x="847" y="389"/>
                  </a:cubicBezTo>
                  <a:cubicBezTo>
                    <a:pt x="847" y="389"/>
                    <a:pt x="941" y="83"/>
                    <a:pt x="870" y="11"/>
                  </a:cubicBezTo>
                  <a:cubicBezTo>
                    <a:pt x="862" y="4"/>
                    <a:pt x="853" y="0"/>
                    <a:pt x="841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 rot="453600">
              <a:off x="462240" y="1297800"/>
              <a:ext cx="262440" cy="173880"/>
            </a:xfrm>
            <a:custGeom>
              <a:rect b="b" l="l" r="r" t="t"/>
              <a:pathLst>
                <a:path extrusionOk="0" h="964" w="1455">
                  <a:moveTo>
                    <a:pt x="1454" y="264"/>
                  </a:moveTo>
                  <a:lnTo>
                    <a:pt x="1454" y="264"/>
                  </a:lnTo>
                  <a:cubicBezTo>
                    <a:pt x="1454" y="264"/>
                    <a:pt x="1454" y="264"/>
                    <a:pt x="1454" y="264"/>
                  </a:cubicBezTo>
                  <a:close/>
                  <a:moveTo>
                    <a:pt x="1357" y="0"/>
                  </a:moveTo>
                  <a:cubicBezTo>
                    <a:pt x="1357" y="0"/>
                    <a:pt x="1065" y="56"/>
                    <a:pt x="607" y="373"/>
                  </a:cubicBezTo>
                  <a:cubicBezTo>
                    <a:pt x="208" y="649"/>
                    <a:pt x="0" y="963"/>
                    <a:pt x="0" y="963"/>
                  </a:cubicBezTo>
                  <a:cubicBezTo>
                    <a:pt x="921" y="292"/>
                    <a:pt x="1394" y="264"/>
                    <a:pt x="1449" y="264"/>
                  </a:cubicBezTo>
                  <a:cubicBezTo>
                    <a:pt x="1452" y="264"/>
                    <a:pt x="1454" y="264"/>
                    <a:pt x="1454" y="264"/>
                  </a:cubicBezTo>
                  <a:lnTo>
                    <a:pt x="1454" y="264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87100" lIns="90000" spcFirstLastPara="1" rIns="90000" wrap="square" tIns="8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 rot="453600">
              <a:off x="469080" y="1254240"/>
              <a:ext cx="188640" cy="187920"/>
            </a:xfrm>
            <a:custGeom>
              <a:rect b="b" l="l" r="r" t="t"/>
              <a:pathLst>
                <a:path extrusionOk="0" h="1043" w="1047">
                  <a:moveTo>
                    <a:pt x="916" y="0"/>
                  </a:moveTo>
                  <a:cubicBezTo>
                    <a:pt x="916" y="0"/>
                    <a:pt x="690" y="104"/>
                    <a:pt x="380" y="446"/>
                  </a:cubicBezTo>
                  <a:cubicBezTo>
                    <a:pt x="109" y="748"/>
                    <a:pt x="0" y="1042"/>
                    <a:pt x="0" y="1042"/>
                  </a:cubicBezTo>
                  <a:cubicBezTo>
                    <a:pt x="660" y="274"/>
                    <a:pt x="1045" y="196"/>
                    <a:pt x="1046" y="195"/>
                  </a:cubicBezTo>
                  <a:lnTo>
                    <a:pt x="916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 rot="453600">
              <a:off x="475560" y="1384200"/>
              <a:ext cx="234000" cy="104760"/>
            </a:xfrm>
            <a:custGeom>
              <a:rect b="b" l="l" r="r" t="t"/>
              <a:pathLst>
                <a:path extrusionOk="0" h="582" w="1298">
                  <a:moveTo>
                    <a:pt x="1258" y="1"/>
                  </a:moveTo>
                  <a:cubicBezTo>
                    <a:pt x="1258" y="1"/>
                    <a:pt x="1008" y="4"/>
                    <a:pt x="587" y="192"/>
                  </a:cubicBezTo>
                  <a:cubicBezTo>
                    <a:pt x="218" y="357"/>
                    <a:pt x="0" y="582"/>
                    <a:pt x="0" y="582"/>
                  </a:cubicBezTo>
                  <a:cubicBezTo>
                    <a:pt x="662" y="267"/>
                    <a:pt x="1046" y="225"/>
                    <a:pt x="1207" y="225"/>
                  </a:cubicBezTo>
                  <a:cubicBezTo>
                    <a:pt x="1265" y="225"/>
                    <a:pt x="1294" y="231"/>
                    <a:pt x="1297" y="231"/>
                  </a:cubicBezTo>
                  <a:cubicBezTo>
                    <a:pt x="1297" y="231"/>
                    <a:pt x="1297" y="231"/>
                    <a:pt x="1297" y="231"/>
                  </a:cubicBezTo>
                  <a:lnTo>
                    <a:pt x="1258" y="1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52550" lIns="90000" spcFirstLastPara="1" rIns="90000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>
            <a:off x="2966577" y="114768"/>
            <a:ext cx="677165" cy="666504"/>
            <a:chOff x="2966577" y="114768"/>
            <a:chExt cx="677165" cy="666504"/>
          </a:xfrm>
        </p:grpSpPr>
        <p:sp>
          <p:nvSpPr>
            <p:cNvPr id="122" name="Google Shape;122;p8"/>
            <p:cNvSpPr/>
            <p:nvPr/>
          </p:nvSpPr>
          <p:spPr>
            <a:xfrm rot="1699800">
              <a:off x="3050640" y="206640"/>
              <a:ext cx="509040" cy="482760"/>
            </a:xfrm>
            <a:custGeom>
              <a:rect b="b" l="l" r="r" t="t"/>
              <a:pathLst>
                <a:path extrusionOk="0" h="5187" w="5472">
                  <a:moveTo>
                    <a:pt x="5451" y="1"/>
                  </a:moveTo>
                  <a:cubicBezTo>
                    <a:pt x="5274" y="1"/>
                    <a:pt x="3933" y="64"/>
                    <a:pt x="2037" y="1893"/>
                  </a:cubicBezTo>
                  <a:cubicBezTo>
                    <a:pt x="0" y="3858"/>
                    <a:pt x="1169" y="4799"/>
                    <a:pt x="1581" y="5058"/>
                  </a:cubicBezTo>
                  <a:cubicBezTo>
                    <a:pt x="1711" y="5139"/>
                    <a:pt x="1924" y="5187"/>
                    <a:pt x="2161" y="5187"/>
                  </a:cubicBezTo>
                  <a:cubicBezTo>
                    <a:pt x="2672" y="5187"/>
                    <a:pt x="3293" y="4963"/>
                    <a:pt x="3435" y="4362"/>
                  </a:cubicBezTo>
                  <a:cubicBezTo>
                    <a:pt x="3641" y="3484"/>
                    <a:pt x="3717" y="3038"/>
                    <a:pt x="4069" y="2684"/>
                  </a:cubicBezTo>
                  <a:cubicBezTo>
                    <a:pt x="4423" y="2332"/>
                    <a:pt x="4618" y="2218"/>
                    <a:pt x="4618" y="2218"/>
                  </a:cubicBezTo>
                  <a:lnTo>
                    <a:pt x="3858" y="2148"/>
                  </a:lnTo>
                  <a:cubicBezTo>
                    <a:pt x="3858" y="2148"/>
                    <a:pt x="4308" y="1713"/>
                    <a:pt x="4618" y="1589"/>
                  </a:cubicBezTo>
                  <a:cubicBezTo>
                    <a:pt x="4928" y="1467"/>
                    <a:pt x="5356" y="1342"/>
                    <a:pt x="5356" y="1342"/>
                  </a:cubicBezTo>
                  <a:cubicBezTo>
                    <a:pt x="5356" y="1342"/>
                    <a:pt x="5076" y="1280"/>
                    <a:pt x="4742" y="1280"/>
                  </a:cubicBezTo>
                  <a:cubicBezTo>
                    <a:pt x="4602" y="1280"/>
                    <a:pt x="4452" y="1291"/>
                    <a:pt x="4310" y="1322"/>
                  </a:cubicBezTo>
                  <a:cubicBezTo>
                    <a:pt x="3830" y="1427"/>
                    <a:pt x="3645" y="1640"/>
                    <a:pt x="3645" y="1640"/>
                  </a:cubicBezTo>
                  <a:cubicBezTo>
                    <a:pt x="3645" y="1640"/>
                    <a:pt x="3875" y="1301"/>
                    <a:pt x="4174" y="1116"/>
                  </a:cubicBezTo>
                  <a:cubicBezTo>
                    <a:pt x="4488" y="920"/>
                    <a:pt x="5002" y="889"/>
                    <a:pt x="5002" y="889"/>
                  </a:cubicBezTo>
                  <a:cubicBezTo>
                    <a:pt x="5002" y="889"/>
                    <a:pt x="4694" y="855"/>
                    <a:pt x="4370" y="855"/>
                  </a:cubicBezTo>
                  <a:cubicBezTo>
                    <a:pt x="4156" y="855"/>
                    <a:pt x="3934" y="870"/>
                    <a:pt x="3793" y="920"/>
                  </a:cubicBezTo>
                  <a:cubicBezTo>
                    <a:pt x="4174" y="448"/>
                    <a:pt x="4837" y="88"/>
                    <a:pt x="5471" y="1"/>
                  </a:cubicBezTo>
                  <a:cubicBezTo>
                    <a:pt x="5471" y="1"/>
                    <a:pt x="5464" y="1"/>
                    <a:pt x="545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 rot="1699800">
              <a:off x="3171960" y="423000"/>
              <a:ext cx="254160" cy="277560"/>
            </a:xfrm>
            <a:custGeom>
              <a:rect b="b" l="l" r="r" t="t"/>
              <a:pathLst>
                <a:path extrusionOk="0" h="2987" w="2736">
                  <a:moveTo>
                    <a:pt x="2699" y="0"/>
                  </a:moveTo>
                  <a:cubicBezTo>
                    <a:pt x="2695" y="0"/>
                    <a:pt x="2690" y="1"/>
                    <a:pt x="2686" y="3"/>
                  </a:cubicBezTo>
                  <a:cubicBezTo>
                    <a:pt x="2156" y="292"/>
                    <a:pt x="1843" y="802"/>
                    <a:pt x="1682" y="1373"/>
                  </a:cubicBezTo>
                  <a:cubicBezTo>
                    <a:pt x="1570" y="1772"/>
                    <a:pt x="1597" y="2213"/>
                    <a:pt x="1288" y="2531"/>
                  </a:cubicBezTo>
                  <a:cubicBezTo>
                    <a:pt x="942" y="2885"/>
                    <a:pt x="471" y="2919"/>
                    <a:pt x="7" y="2964"/>
                  </a:cubicBezTo>
                  <a:cubicBezTo>
                    <a:pt x="1" y="2965"/>
                    <a:pt x="1" y="2974"/>
                    <a:pt x="7" y="2974"/>
                  </a:cubicBezTo>
                  <a:cubicBezTo>
                    <a:pt x="81" y="2982"/>
                    <a:pt x="156" y="2987"/>
                    <a:pt x="232" y="2987"/>
                  </a:cubicBezTo>
                  <a:cubicBezTo>
                    <a:pt x="796" y="2987"/>
                    <a:pt x="1406" y="2756"/>
                    <a:pt x="1602" y="2187"/>
                  </a:cubicBezTo>
                  <a:cubicBezTo>
                    <a:pt x="1729" y="1814"/>
                    <a:pt x="1715" y="1411"/>
                    <a:pt x="1864" y="1040"/>
                  </a:cubicBezTo>
                  <a:cubicBezTo>
                    <a:pt x="2032" y="622"/>
                    <a:pt x="2310" y="263"/>
                    <a:pt x="2711" y="46"/>
                  </a:cubicBezTo>
                  <a:cubicBezTo>
                    <a:pt x="2735" y="34"/>
                    <a:pt x="2721" y="0"/>
                    <a:pt x="2699" y="0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 rot="1699800">
              <a:off x="3117960" y="441000"/>
              <a:ext cx="175680" cy="174960"/>
            </a:xfrm>
            <a:custGeom>
              <a:rect b="b" l="l" r="r" t="t"/>
              <a:pathLst>
                <a:path extrusionOk="0" h="1885" w="1893">
                  <a:moveTo>
                    <a:pt x="947" y="0"/>
                  </a:moveTo>
                  <a:cubicBezTo>
                    <a:pt x="945" y="0"/>
                    <a:pt x="943" y="0"/>
                    <a:pt x="941" y="0"/>
                  </a:cubicBezTo>
                  <a:cubicBezTo>
                    <a:pt x="421" y="3"/>
                    <a:pt x="1" y="427"/>
                    <a:pt x="4" y="947"/>
                  </a:cubicBezTo>
                  <a:cubicBezTo>
                    <a:pt x="8" y="1466"/>
                    <a:pt x="429" y="1884"/>
                    <a:pt x="947" y="1884"/>
                  </a:cubicBezTo>
                  <a:cubicBezTo>
                    <a:pt x="948" y="1884"/>
                    <a:pt x="950" y="1884"/>
                    <a:pt x="952" y="1884"/>
                  </a:cubicBezTo>
                  <a:cubicBezTo>
                    <a:pt x="1473" y="1881"/>
                    <a:pt x="1892" y="1456"/>
                    <a:pt x="1888" y="936"/>
                  </a:cubicBezTo>
                  <a:cubicBezTo>
                    <a:pt x="1885" y="418"/>
                    <a:pt x="1464" y="0"/>
                    <a:pt x="947" y="0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87825" lIns="90000" spcFirstLastPara="1" rIns="90000" wrap="square" tIns="87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 rot="1699800">
              <a:off x="3118320" y="458640"/>
              <a:ext cx="39240" cy="57600"/>
            </a:xfrm>
            <a:custGeom>
              <a:rect b="b" l="l" r="r" t="t"/>
              <a:pathLst>
                <a:path extrusionOk="0" h="626" w="430">
                  <a:moveTo>
                    <a:pt x="215" y="0"/>
                  </a:moveTo>
                  <a:cubicBezTo>
                    <a:pt x="97" y="0"/>
                    <a:pt x="0" y="141"/>
                    <a:pt x="0" y="313"/>
                  </a:cubicBezTo>
                  <a:cubicBezTo>
                    <a:pt x="0" y="485"/>
                    <a:pt x="97" y="625"/>
                    <a:pt x="215" y="625"/>
                  </a:cubicBezTo>
                  <a:cubicBezTo>
                    <a:pt x="334" y="625"/>
                    <a:pt x="430" y="485"/>
                    <a:pt x="430" y="313"/>
                  </a:cubicBezTo>
                  <a:cubicBezTo>
                    <a:pt x="430" y="141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9150" lIns="90000" spcFirstLastPara="1" rIns="90000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 rot="1699800">
              <a:off x="3254040" y="477000"/>
              <a:ext cx="54720" cy="54720"/>
            </a:xfrm>
            <a:custGeom>
              <a:rect b="b" l="l" r="r" t="t"/>
              <a:pathLst>
                <a:path extrusionOk="0" h="595" w="594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2"/>
                    <a:pt x="133" y="595"/>
                    <a:pt x="298" y="595"/>
                  </a:cubicBezTo>
                  <a:cubicBezTo>
                    <a:pt x="461" y="595"/>
                    <a:pt x="594" y="462"/>
                    <a:pt x="594" y="298"/>
                  </a:cubicBezTo>
                  <a:cubicBezTo>
                    <a:pt x="594" y="133"/>
                    <a:pt x="461" y="0"/>
                    <a:pt x="2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7700" lIns="90000" spcFirstLastPara="1" rIns="90000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 rot="1699800">
              <a:off x="3125160" y="468000"/>
              <a:ext cx="25920" cy="38160"/>
            </a:xfrm>
            <a:custGeom>
              <a:rect b="b" l="l" r="r" t="t"/>
              <a:pathLst>
                <a:path extrusionOk="0" h="417" w="287">
                  <a:moveTo>
                    <a:pt x="144" y="1"/>
                  </a:moveTo>
                  <a:cubicBezTo>
                    <a:pt x="65" y="1"/>
                    <a:pt x="1" y="94"/>
                    <a:pt x="1" y="209"/>
                  </a:cubicBezTo>
                  <a:cubicBezTo>
                    <a:pt x="1" y="324"/>
                    <a:pt x="65" y="417"/>
                    <a:pt x="144" y="417"/>
                  </a:cubicBezTo>
                  <a:cubicBezTo>
                    <a:pt x="223" y="417"/>
                    <a:pt x="286" y="324"/>
                    <a:pt x="286" y="209"/>
                  </a:cubicBezTo>
                  <a:cubicBezTo>
                    <a:pt x="286" y="94"/>
                    <a:pt x="223" y="1"/>
                    <a:pt x="144" y="1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19425" lIns="90000" spcFirstLastPara="1" rIns="90000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 rot="1699800">
              <a:off x="3262320" y="484920"/>
              <a:ext cx="38520" cy="38520"/>
            </a:xfrm>
            <a:custGeom>
              <a:rect b="b" l="l" r="r" t="t"/>
              <a:pathLst>
                <a:path extrusionOk="0" h="421" w="423">
                  <a:moveTo>
                    <a:pt x="212" y="0"/>
                  </a:moveTo>
                  <a:cubicBezTo>
                    <a:pt x="95" y="0"/>
                    <a:pt x="0" y="94"/>
                    <a:pt x="0" y="211"/>
                  </a:cubicBezTo>
                  <a:cubicBezTo>
                    <a:pt x="0" y="327"/>
                    <a:pt x="95" y="421"/>
                    <a:pt x="212" y="421"/>
                  </a:cubicBezTo>
                  <a:cubicBezTo>
                    <a:pt x="328" y="421"/>
                    <a:pt x="422" y="327"/>
                    <a:pt x="422" y="211"/>
                  </a:cubicBezTo>
                  <a:cubicBezTo>
                    <a:pt x="422" y="94"/>
                    <a:pt x="328" y="0"/>
                    <a:pt x="212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19425" lIns="90000" spcFirstLastPara="1" rIns="90000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 rot="1699800">
              <a:off x="3180600" y="554400"/>
              <a:ext cx="65160" cy="46440"/>
            </a:xfrm>
            <a:custGeom>
              <a:rect b="b" l="l" r="r" t="t"/>
              <a:pathLst>
                <a:path extrusionOk="0" h="505" w="707">
                  <a:moveTo>
                    <a:pt x="440" y="1"/>
                  </a:moveTo>
                  <a:cubicBezTo>
                    <a:pt x="381" y="1"/>
                    <a:pt x="316" y="15"/>
                    <a:pt x="254" y="45"/>
                  </a:cubicBezTo>
                  <a:cubicBezTo>
                    <a:pt x="88" y="123"/>
                    <a:pt x="0" y="280"/>
                    <a:pt x="56" y="396"/>
                  </a:cubicBezTo>
                  <a:cubicBezTo>
                    <a:pt x="90" y="467"/>
                    <a:pt x="170" y="505"/>
                    <a:pt x="266" y="505"/>
                  </a:cubicBezTo>
                  <a:cubicBezTo>
                    <a:pt x="325" y="505"/>
                    <a:pt x="390" y="490"/>
                    <a:pt x="454" y="459"/>
                  </a:cubicBezTo>
                  <a:cubicBezTo>
                    <a:pt x="618" y="381"/>
                    <a:pt x="706" y="224"/>
                    <a:pt x="652" y="109"/>
                  </a:cubicBezTo>
                  <a:cubicBezTo>
                    <a:pt x="617" y="39"/>
                    <a:pt x="536" y="1"/>
                    <a:pt x="440" y="1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699800">
              <a:off x="3101760" y="457200"/>
              <a:ext cx="44640" cy="90360"/>
            </a:xfrm>
            <a:custGeom>
              <a:rect b="b" l="l" r="r" t="t"/>
              <a:pathLst>
                <a:path extrusionOk="0" h="978" w="488">
                  <a:moveTo>
                    <a:pt x="173" y="0"/>
                  </a:moveTo>
                  <a:cubicBezTo>
                    <a:pt x="172" y="0"/>
                    <a:pt x="171" y="0"/>
                    <a:pt x="169" y="1"/>
                  </a:cubicBezTo>
                  <a:cubicBezTo>
                    <a:pt x="1" y="84"/>
                    <a:pt x="15" y="322"/>
                    <a:pt x="74" y="471"/>
                  </a:cubicBezTo>
                  <a:cubicBezTo>
                    <a:pt x="102" y="544"/>
                    <a:pt x="173" y="589"/>
                    <a:pt x="249" y="601"/>
                  </a:cubicBezTo>
                  <a:cubicBezTo>
                    <a:pt x="270" y="758"/>
                    <a:pt x="346" y="888"/>
                    <a:pt x="478" y="977"/>
                  </a:cubicBezTo>
                  <a:cubicBezTo>
                    <a:pt x="479" y="977"/>
                    <a:pt x="480" y="977"/>
                    <a:pt x="481" y="977"/>
                  </a:cubicBezTo>
                  <a:cubicBezTo>
                    <a:pt x="485" y="977"/>
                    <a:pt x="488" y="973"/>
                    <a:pt x="484" y="969"/>
                  </a:cubicBezTo>
                  <a:cubicBezTo>
                    <a:pt x="384" y="873"/>
                    <a:pt x="316" y="744"/>
                    <a:pt x="298" y="605"/>
                  </a:cubicBezTo>
                  <a:cubicBezTo>
                    <a:pt x="333" y="605"/>
                    <a:pt x="368" y="597"/>
                    <a:pt x="400" y="582"/>
                  </a:cubicBezTo>
                  <a:cubicBezTo>
                    <a:pt x="404" y="581"/>
                    <a:pt x="403" y="575"/>
                    <a:pt x="398" y="575"/>
                  </a:cubicBezTo>
                  <a:cubicBezTo>
                    <a:pt x="279" y="545"/>
                    <a:pt x="163" y="582"/>
                    <a:pt x="125" y="427"/>
                  </a:cubicBezTo>
                  <a:cubicBezTo>
                    <a:pt x="91" y="289"/>
                    <a:pt x="70" y="121"/>
                    <a:pt x="180" y="15"/>
                  </a:cubicBezTo>
                  <a:cubicBezTo>
                    <a:pt x="185" y="9"/>
                    <a:pt x="181" y="0"/>
                    <a:pt x="173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5350" lIns="90000" spcFirstLastPara="1" rIns="90000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 rot="1699800">
              <a:off x="3126600" y="468000"/>
              <a:ext cx="24120" cy="25920"/>
            </a:xfrm>
            <a:custGeom>
              <a:rect b="b" l="l" r="r" t="t"/>
              <a:pathLst>
                <a:path extrusionOk="0" h="286" w="268">
                  <a:moveTo>
                    <a:pt x="170" y="1"/>
                  </a:moveTo>
                  <a:cubicBezTo>
                    <a:pt x="137" y="1"/>
                    <a:pt x="103" y="12"/>
                    <a:pt x="77" y="32"/>
                  </a:cubicBezTo>
                  <a:cubicBezTo>
                    <a:pt x="0" y="93"/>
                    <a:pt x="9" y="202"/>
                    <a:pt x="43" y="283"/>
                  </a:cubicBezTo>
                  <a:cubicBezTo>
                    <a:pt x="44" y="285"/>
                    <a:pt x="47" y="286"/>
                    <a:pt x="49" y="286"/>
                  </a:cubicBezTo>
                  <a:cubicBezTo>
                    <a:pt x="51" y="286"/>
                    <a:pt x="54" y="284"/>
                    <a:pt x="52" y="281"/>
                  </a:cubicBezTo>
                  <a:cubicBezTo>
                    <a:pt x="38" y="215"/>
                    <a:pt x="30" y="123"/>
                    <a:pt x="79" y="69"/>
                  </a:cubicBezTo>
                  <a:cubicBezTo>
                    <a:pt x="102" y="43"/>
                    <a:pt x="135" y="29"/>
                    <a:pt x="167" y="29"/>
                  </a:cubicBezTo>
                  <a:cubicBezTo>
                    <a:pt x="194" y="29"/>
                    <a:pt x="222" y="39"/>
                    <a:pt x="243" y="62"/>
                  </a:cubicBezTo>
                  <a:cubicBezTo>
                    <a:pt x="245" y="64"/>
                    <a:pt x="248" y="65"/>
                    <a:pt x="251" y="65"/>
                  </a:cubicBezTo>
                  <a:cubicBezTo>
                    <a:pt x="259" y="65"/>
                    <a:pt x="267" y="56"/>
                    <a:pt x="262" y="47"/>
                  </a:cubicBezTo>
                  <a:cubicBezTo>
                    <a:pt x="240" y="15"/>
                    <a:pt x="206" y="1"/>
                    <a:pt x="17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13300" lIns="90000" spcFirstLastPara="1" rIns="90000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 rot="1699800">
              <a:off x="3164040" y="559080"/>
              <a:ext cx="18720" cy="32400"/>
            </a:xfrm>
            <a:custGeom>
              <a:rect b="b" l="l" r="r" t="t"/>
              <a:pathLst>
                <a:path extrusionOk="0" h="355" w="210">
                  <a:moveTo>
                    <a:pt x="66" y="0"/>
                  </a:moveTo>
                  <a:cubicBezTo>
                    <a:pt x="62" y="0"/>
                    <a:pt x="59" y="2"/>
                    <a:pt x="57" y="7"/>
                  </a:cubicBezTo>
                  <a:cubicBezTo>
                    <a:pt x="0" y="138"/>
                    <a:pt x="76" y="295"/>
                    <a:pt x="199" y="354"/>
                  </a:cubicBezTo>
                  <a:cubicBezTo>
                    <a:pt x="200" y="354"/>
                    <a:pt x="200" y="355"/>
                    <a:pt x="201" y="355"/>
                  </a:cubicBezTo>
                  <a:cubicBezTo>
                    <a:pt x="205" y="355"/>
                    <a:pt x="209" y="347"/>
                    <a:pt x="204" y="344"/>
                  </a:cubicBezTo>
                  <a:cubicBezTo>
                    <a:pt x="91" y="271"/>
                    <a:pt x="55" y="145"/>
                    <a:pt x="79" y="16"/>
                  </a:cubicBezTo>
                  <a:cubicBezTo>
                    <a:pt x="81" y="8"/>
                    <a:pt x="73" y="0"/>
                    <a:pt x="66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16550" lIns="90000" spcFirstLastPara="1" rIns="90000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 rot="1699800">
              <a:off x="3244320" y="555120"/>
              <a:ext cx="17640" cy="35280"/>
            </a:xfrm>
            <a:custGeom>
              <a:rect b="b" l="l" r="r" t="t"/>
              <a:pathLst>
                <a:path extrusionOk="0" h="387" w="198">
                  <a:moveTo>
                    <a:pt x="18" y="1"/>
                  </a:moveTo>
                  <a:cubicBezTo>
                    <a:pt x="7" y="1"/>
                    <a:pt x="1" y="17"/>
                    <a:pt x="8" y="26"/>
                  </a:cubicBezTo>
                  <a:cubicBezTo>
                    <a:pt x="51" y="78"/>
                    <a:pt x="99" y="115"/>
                    <a:pt x="126" y="181"/>
                  </a:cubicBezTo>
                  <a:cubicBezTo>
                    <a:pt x="151" y="243"/>
                    <a:pt x="155" y="311"/>
                    <a:pt x="141" y="377"/>
                  </a:cubicBezTo>
                  <a:cubicBezTo>
                    <a:pt x="141" y="383"/>
                    <a:pt x="145" y="386"/>
                    <a:pt x="149" y="386"/>
                  </a:cubicBezTo>
                  <a:cubicBezTo>
                    <a:pt x="151" y="386"/>
                    <a:pt x="154" y="385"/>
                    <a:pt x="156" y="382"/>
                  </a:cubicBezTo>
                  <a:cubicBezTo>
                    <a:pt x="198" y="258"/>
                    <a:pt x="162" y="54"/>
                    <a:pt x="22" y="2"/>
                  </a:cubicBezTo>
                  <a:cubicBezTo>
                    <a:pt x="20" y="1"/>
                    <a:pt x="19" y="1"/>
                    <a:pt x="18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 rot="1699800">
              <a:off x="3255120" y="475200"/>
              <a:ext cx="60840" cy="61200"/>
            </a:xfrm>
            <a:custGeom>
              <a:rect b="b" l="l" r="r" t="t"/>
              <a:pathLst>
                <a:path extrusionOk="0" h="666" w="659">
                  <a:moveTo>
                    <a:pt x="284" y="0"/>
                  </a:moveTo>
                  <a:cubicBezTo>
                    <a:pt x="187" y="0"/>
                    <a:pt x="87" y="41"/>
                    <a:pt x="14" y="117"/>
                  </a:cubicBezTo>
                  <a:cubicBezTo>
                    <a:pt x="0" y="132"/>
                    <a:pt x="13" y="151"/>
                    <a:pt x="29" y="151"/>
                  </a:cubicBezTo>
                  <a:cubicBezTo>
                    <a:pt x="32" y="151"/>
                    <a:pt x="36" y="150"/>
                    <a:pt x="39" y="148"/>
                  </a:cubicBezTo>
                  <a:cubicBezTo>
                    <a:pt x="110" y="116"/>
                    <a:pt x="169" y="72"/>
                    <a:pt x="248" y="57"/>
                  </a:cubicBezTo>
                  <a:cubicBezTo>
                    <a:pt x="264" y="54"/>
                    <a:pt x="280" y="53"/>
                    <a:pt x="296" y="53"/>
                  </a:cubicBezTo>
                  <a:cubicBezTo>
                    <a:pt x="393" y="53"/>
                    <a:pt x="467" y="110"/>
                    <a:pt x="518" y="195"/>
                  </a:cubicBezTo>
                  <a:cubicBezTo>
                    <a:pt x="616" y="361"/>
                    <a:pt x="547" y="551"/>
                    <a:pt x="394" y="653"/>
                  </a:cubicBezTo>
                  <a:cubicBezTo>
                    <a:pt x="387" y="657"/>
                    <a:pt x="391" y="665"/>
                    <a:pt x="397" y="665"/>
                  </a:cubicBezTo>
                  <a:cubicBezTo>
                    <a:pt x="398" y="665"/>
                    <a:pt x="399" y="665"/>
                    <a:pt x="401" y="664"/>
                  </a:cubicBezTo>
                  <a:cubicBezTo>
                    <a:pt x="589" y="567"/>
                    <a:pt x="658" y="340"/>
                    <a:pt x="552" y="153"/>
                  </a:cubicBezTo>
                  <a:cubicBezTo>
                    <a:pt x="492" y="49"/>
                    <a:pt x="389" y="0"/>
                    <a:pt x="284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699800">
              <a:off x="3261600" y="478080"/>
              <a:ext cx="18720" cy="27360"/>
            </a:xfrm>
            <a:custGeom>
              <a:rect b="b" l="l" r="r" t="t"/>
              <a:pathLst>
                <a:path extrusionOk="0" h="303" w="209">
                  <a:moveTo>
                    <a:pt x="200" y="1"/>
                  </a:moveTo>
                  <a:cubicBezTo>
                    <a:pt x="199" y="1"/>
                    <a:pt x="199" y="1"/>
                    <a:pt x="198" y="1"/>
                  </a:cubicBezTo>
                  <a:cubicBezTo>
                    <a:pt x="79" y="33"/>
                    <a:pt x="1" y="179"/>
                    <a:pt x="52" y="294"/>
                  </a:cubicBezTo>
                  <a:cubicBezTo>
                    <a:pt x="55" y="300"/>
                    <a:pt x="59" y="302"/>
                    <a:pt x="63" y="302"/>
                  </a:cubicBezTo>
                  <a:cubicBezTo>
                    <a:pt x="71" y="302"/>
                    <a:pt x="81" y="293"/>
                    <a:pt x="79" y="283"/>
                  </a:cubicBezTo>
                  <a:cubicBezTo>
                    <a:pt x="63" y="171"/>
                    <a:pt x="100" y="71"/>
                    <a:pt x="203" y="13"/>
                  </a:cubicBezTo>
                  <a:cubicBezTo>
                    <a:pt x="208" y="9"/>
                    <a:pt x="206" y="1"/>
                    <a:pt x="20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1699800">
              <a:off x="3247200" y="458640"/>
              <a:ext cx="29880" cy="8640"/>
            </a:xfrm>
            <a:custGeom>
              <a:rect b="b" l="l" r="r" t="t"/>
              <a:pathLst>
                <a:path extrusionOk="0" h="100" w="330">
                  <a:moveTo>
                    <a:pt x="85" y="0"/>
                  </a:moveTo>
                  <a:cubicBezTo>
                    <a:pt x="60" y="0"/>
                    <a:pt x="35" y="3"/>
                    <a:pt x="10" y="9"/>
                  </a:cubicBezTo>
                  <a:cubicBezTo>
                    <a:pt x="0" y="11"/>
                    <a:pt x="4" y="24"/>
                    <a:pt x="12" y="24"/>
                  </a:cubicBezTo>
                  <a:cubicBezTo>
                    <a:pt x="23" y="24"/>
                    <a:pt x="34" y="24"/>
                    <a:pt x="45" y="24"/>
                  </a:cubicBezTo>
                  <a:cubicBezTo>
                    <a:pt x="134" y="24"/>
                    <a:pt x="220" y="40"/>
                    <a:pt x="293" y="96"/>
                  </a:cubicBezTo>
                  <a:cubicBezTo>
                    <a:pt x="296" y="98"/>
                    <a:pt x="300" y="100"/>
                    <a:pt x="304" y="100"/>
                  </a:cubicBezTo>
                  <a:cubicBezTo>
                    <a:pt x="319" y="100"/>
                    <a:pt x="329" y="78"/>
                    <a:pt x="312" y="68"/>
                  </a:cubicBezTo>
                  <a:cubicBezTo>
                    <a:pt x="241" y="28"/>
                    <a:pt x="165" y="0"/>
                    <a:pt x="85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675" lIns="90000" spcFirstLastPara="1" rIns="90000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8"/>
          <p:cNvSpPr/>
          <p:nvPr/>
        </p:nvSpPr>
        <p:spPr>
          <a:xfrm>
            <a:off x="3248640" y="4893840"/>
            <a:ext cx="58680" cy="5904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79"/>
                  <a:pt x="290" y="293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080760" y="4763160"/>
            <a:ext cx="58680" cy="5904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11160" y="127800"/>
            <a:ext cx="58680" cy="5904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0"/>
                  <a:pt x="231" y="234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1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520480" y="4707720"/>
            <a:ext cx="59040" cy="59040"/>
          </a:xfrm>
          <a:custGeom>
            <a:rect b="b" l="l" r="r" t="t"/>
            <a:pathLst>
              <a:path extrusionOk="0" h="524" w="524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284360" y="412920"/>
            <a:ext cx="58680" cy="59040"/>
          </a:xfrm>
          <a:custGeom>
            <a:rect b="b" l="l" r="r" t="t"/>
            <a:pathLst>
              <a:path extrusionOk="0" h="524" w="522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85080" y="1913400"/>
            <a:ext cx="58680" cy="5904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877600" y="905400"/>
            <a:ext cx="59040" cy="59040"/>
          </a:xfrm>
          <a:custGeom>
            <a:rect b="b" l="l" r="r" t="t"/>
            <a:pathLst>
              <a:path extrusionOk="0" h="525" w="524">
                <a:moveTo>
                  <a:pt x="255" y="1"/>
                </a:moveTo>
                <a:cubicBezTo>
                  <a:pt x="255" y="1"/>
                  <a:pt x="237" y="121"/>
                  <a:pt x="232" y="233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0" y="288"/>
                  <a:pt x="231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874280" y="4834080"/>
            <a:ext cx="58680" cy="59040"/>
          </a:xfrm>
          <a:custGeom>
            <a:rect b="b" l="l" r="r" t="t"/>
            <a:pathLst>
              <a:path extrusionOk="0" h="525" w="523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4" y="241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200800" y="307440"/>
            <a:ext cx="58680" cy="5904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89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8" y="239"/>
                  <a:pt x="289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502760" y="353880"/>
            <a:ext cx="59040" cy="59040"/>
          </a:xfrm>
          <a:custGeom>
            <a:rect b="b" l="l" r="r" t="t"/>
            <a:pathLst>
              <a:path extrusionOk="0" h="524" w="524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1" y="269"/>
                  <a:pt x="1" y="269"/>
                </a:cubicBezTo>
                <a:cubicBezTo>
                  <a:pt x="1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87080" y="695520"/>
            <a:ext cx="58680" cy="59040"/>
          </a:xfrm>
          <a:custGeom>
            <a:rect b="b" l="l" r="r" t="t"/>
            <a:pathLst>
              <a:path extrusionOk="0" h="525" w="523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390320" y="199440"/>
            <a:ext cx="58680" cy="59040"/>
          </a:xfrm>
          <a:custGeom>
            <a:rect b="b" l="l" r="r" t="t"/>
            <a:pathLst>
              <a:path extrusionOk="0" h="524" w="523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839800" y="1418400"/>
            <a:ext cx="133920" cy="13392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79880" y="2409840"/>
            <a:ext cx="66600" cy="66600"/>
          </a:xfrm>
          <a:custGeom>
            <a:rect b="b" l="l" r="r" t="t"/>
            <a:pathLst>
              <a:path extrusionOk="0" h="590" w="592">
                <a:moveTo>
                  <a:pt x="286" y="0"/>
                </a:moveTo>
                <a:cubicBezTo>
                  <a:pt x="286" y="0"/>
                  <a:pt x="265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4" y="456"/>
                  <a:pt x="288" y="589"/>
                  <a:pt x="288" y="589"/>
                </a:cubicBezTo>
                <a:cubicBezTo>
                  <a:pt x="288" y="589"/>
                  <a:pt x="321" y="427"/>
                  <a:pt x="328" y="328"/>
                </a:cubicBezTo>
                <a:cubicBezTo>
                  <a:pt x="458" y="326"/>
                  <a:pt x="592" y="302"/>
                  <a:pt x="592" y="302"/>
                </a:cubicBezTo>
                <a:cubicBezTo>
                  <a:pt x="592" y="302"/>
                  <a:pt x="428" y="268"/>
                  <a:pt x="328" y="262"/>
                </a:cubicBezTo>
                <a:cubicBezTo>
                  <a:pt x="320" y="163"/>
                  <a:pt x="286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161320" y="195840"/>
            <a:ext cx="66600" cy="66600"/>
          </a:xfrm>
          <a:custGeom>
            <a:rect b="b" l="l" r="r" t="t"/>
            <a:pathLst>
              <a:path extrusionOk="0" h="591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9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70"/>
                  <a:pt x="329" y="262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19760" y="4434120"/>
            <a:ext cx="66600" cy="6660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2" y="270"/>
                  <a:pt x="0" y="305"/>
                  <a:pt x="0" y="305"/>
                </a:cubicBezTo>
                <a:cubicBezTo>
                  <a:pt x="0" y="305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7"/>
                  <a:pt x="592" y="304"/>
                  <a:pt x="592" y="304"/>
                </a:cubicBezTo>
                <a:cubicBezTo>
                  <a:pt x="592" y="304"/>
                  <a:pt x="428" y="269"/>
                  <a:pt x="329" y="263"/>
                </a:cubicBezTo>
                <a:cubicBezTo>
                  <a:pt x="320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574840" y="2966400"/>
            <a:ext cx="134280" cy="133920"/>
          </a:xfrm>
          <a:custGeom>
            <a:rect b="b" l="l" r="r" t="t"/>
            <a:pathLst>
              <a:path extrusionOk="0" h="1184" w="1185">
                <a:moveTo>
                  <a:pt x="576" y="1"/>
                </a:moveTo>
                <a:cubicBezTo>
                  <a:pt x="576" y="1"/>
                  <a:pt x="533" y="273"/>
                  <a:pt x="526" y="526"/>
                </a:cubicBezTo>
                <a:cubicBezTo>
                  <a:pt x="326" y="541"/>
                  <a:pt x="0" y="608"/>
                  <a:pt x="0" y="608"/>
                </a:cubicBezTo>
                <a:cubicBezTo>
                  <a:pt x="0" y="608"/>
                  <a:pt x="271" y="650"/>
                  <a:pt x="524" y="658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116600" y="4469040"/>
            <a:ext cx="268560" cy="268560"/>
          </a:xfrm>
          <a:custGeom>
            <a:rect b="b" l="l" r="r" t="t"/>
            <a:pathLst>
              <a:path extrusionOk="0" h="2365" w="2366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084360" y="497520"/>
            <a:ext cx="66600" cy="6660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44800" y="4070520"/>
            <a:ext cx="133920" cy="13392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52080" y="3313080"/>
            <a:ext cx="66600" cy="6660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995120" y="249120"/>
            <a:ext cx="268560" cy="268560"/>
          </a:xfrm>
          <a:custGeom>
            <a:rect b="b" l="l" r="r" t="t"/>
            <a:pathLst>
              <a:path extrusionOk="0" h="2364" w="2365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99960" y="323640"/>
            <a:ext cx="66600" cy="66600"/>
          </a:xfrm>
          <a:custGeom>
            <a:rect b="b" l="l" r="r" t="t"/>
            <a:pathLst>
              <a:path extrusionOk="0" h="590" w="592">
                <a:moveTo>
                  <a:pt x="287" y="0"/>
                </a:moveTo>
                <a:cubicBezTo>
                  <a:pt x="287" y="0"/>
                  <a:pt x="266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5" y="457"/>
                  <a:pt x="288" y="590"/>
                  <a:pt x="288" y="590"/>
                </a:cubicBezTo>
                <a:cubicBezTo>
                  <a:pt x="288" y="590"/>
                  <a:pt x="322" y="427"/>
                  <a:pt x="329" y="328"/>
                </a:cubicBezTo>
                <a:cubicBezTo>
                  <a:pt x="459" y="326"/>
                  <a:pt x="592" y="302"/>
                  <a:pt x="592" y="302"/>
                </a:cubicBezTo>
                <a:cubicBezTo>
                  <a:pt x="592" y="302"/>
                  <a:pt x="429" y="268"/>
                  <a:pt x="329" y="262"/>
                </a:cubicBezTo>
                <a:cubicBezTo>
                  <a:pt x="322" y="162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8"/>
          <p:cNvGrpSpPr/>
          <p:nvPr/>
        </p:nvGrpSpPr>
        <p:grpSpPr>
          <a:xfrm>
            <a:off x="3397320" y="4442040"/>
            <a:ext cx="432360" cy="322200"/>
            <a:chOff x="3397320" y="4442040"/>
            <a:chExt cx="432360" cy="322200"/>
          </a:xfrm>
        </p:grpSpPr>
        <p:sp>
          <p:nvSpPr>
            <p:cNvPr id="161" name="Google Shape;161;p8"/>
            <p:cNvSpPr/>
            <p:nvPr/>
          </p:nvSpPr>
          <p:spPr>
            <a:xfrm>
              <a:off x="3397320" y="4480560"/>
              <a:ext cx="424800" cy="280800"/>
            </a:xfrm>
            <a:custGeom>
              <a:rect b="b" l="l" r="r" t="t"/>
              <a:pathLst>
                <a:path extrusionOk="0" h="4305" w="6505">
                  <a:moveTo>
                    <a:pt x="1464" y="1"/>
                  </a:moveTo>
                  <a:cubicBezTo>
                    <a:pt x="1019" y="1"/>
                    <a:pt x="739" y="60"/>
                    <a:pt x="739" y="60"/>
                  </a:cubicBezTo>
                  <a:cubicBezTo>
                    <a:pt x="739" y="60"/>
                    <a:pt x="0" y="2279"/>
                    <a:pt x="2211" y="3603"/>
                  </a:cubicBezTo>
                  <a:cubicBezTo>
                    <a:pt x="3116" y="4144"/>
                    <a:pt x="3999" y="4304"/>
                    <a:pt x="4727" y="4304"/>
                  </a:cubicBezTo>
                  <a:cubicBezTo>
                    <a:pt x="5778" y="4304"/>
                    <a:pt x="6504" y="3971"/>
                    <a:pt x="6504" y="3971"/>
                  </a:cubicBezTo>
                  <a:cubicBezTo>
                    <a:pt x="6504" y="3971"/>
                    <a:pt x="6299" y="2338"/>
                    <a:pt x="4493" y="993"/>
                  </a:cubicBezTo>
                  <a:cubicBezTo>
                    <a:pt x="3371" y="159"/>
                    <a:pt x="2194" y="1"/>
                    <a:pt x="1464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3397320" y="4484520"/>
              <a:ext cx="423360" cy="276840"/>
            </a:xfrm>
            <a:custGeom>
              <a:rect b="b" l="l" r="r" t="t"/>
              <a:pathLst>
                <a:path extrusionOk="0" h="4246" w="6486">
                  <a:moveTo>
                    <a:pt x="739" y="1"/>
                  </a:moveTo>
                  <a:cubicBezTo>
                    <a:pt x="739" y="1"/>
                    <a:pt x="0" y="2221"/>
                    <a:pt x="2210" y="3544"/>
                  </a:cubicBezTo>
                  <a:cubicBezTo>
                    <a:pt x="3115" y="4086"/>
                    <a:pt x="3999" y="4246"/>
                    <a:pt x="4727" y="4246"/>
                  </a:cubicBezTo>
                  <a:cubicBezTo>
                    <a:pt x="5681" y="4246"/>
                    <a:pt x="6367" y="3972"/>
                    <a:pt x="6485" y="3921"/>
                  </a:cubicBezTo>
                  <a:cubicBezTo>
                    <a:pt x="6398" y="3887"/>
                    <a:pt x="4776" y="4042"/>
                    <a:pt x="2668" y="2505"/>
                  </a:cubicBezTo>
                  <a:cubicBezTo>
                    <a:pt x="1133" y="1386"/>
                    <a:pt x="739" y="1"/>
                    <a:pt x="739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589920" y="4442040"/>
              <a:ext cx="239760" cy="180720"/>
            </a:xfrm>
            <a:custGeom>
              <a:rect b="b" l="l" r="r" t="t"/>
              <a:pathLst>
                <a:path extrusionOk="0" h="2775" w="3676">
                  <a:moveTo>
                    <a:pt x="1552" y="0"/>
                  </a:moveTo>
                  <a:cubicBezTo>
                    <a:pt x="591" y="0"/>
                    <a:pt x="1" y="1196"/>
                    <a:pt x="1" y="1196"/>
                  </a:cubicBezTo>
                  <a:cubicBezTo>
                    <a:pt x="1" y="1196"/>
                    <a:pt x="89" y="1964"/>
                    <a:pt x="855" y="2453"/>
                  </a:cubicBezTo>
                  <a:cubicBezTo>
                    <a:pt x="1249" y="2704"/>
                    <a:pt x="1578" y="2775"/>
                    <a:pt x="1824" y="2775"/>
                  </a:cubicBezTo>
                  <a:cubicBezTo>
                    <a:pt x="2134" y="2775"/>
                    <a:pt x="2310" y="2662"/>
                    <a:pt x="2310" y="2662"/>
                  </a:cubicBezTo>
                  <a:cubicBezTo>
                    <a:pt x="2310" y="2662"/>
                    <a:pt x="3675" y="1085"/>
                    <a:pt x="2288" y="229"/>
                  </a:cubicBezTo>
                  <a:cubicBezTo>
                    <a:pt x="2024" y="66"/>
                    <a:pt x="1778" y="0"/>
                    <a:pt x="1552" y="0"/>
                  </a:cubicBezTo>
                  <a:close/>
                </a:path>
              </a:pathLst>
            </a:custGeom>
            <a:solidFill>
              <a:srgbClr val="9FEBE1"/>
            </a:solidFill>
            <a:ln>
              <a:noFill/>
            </a:ln>
          </p:spPr>
          <p:txBody>
            <a:bodyPr anchorCtr="0" anchor="ctr" bIns="90700" lIns="90000" spcFirstLastPara="1" rIns="90000" wrap="square" tIns="9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476880" y="4484880"/>
              <a:ext cx="39240" cy="34560"/>
            </a:xfrm>
            <a:custGeom>
              <a:rect b="b" l="l" r="r" t="t"/>
              <a:pathLst>
                <a:path extrusionOk="0" h="542" w="610">
                  <a:moveTo>
                    <a:pt x="306" y="0"/>
                  </a:moveTo>
                  <a:cubicBezTo>
                    <a:pt x="194" y="0"/>
                    <a:pt x="90" y="70"/>
                    <a:pt x="51" y="181"/>
                  </a:cubicBezTo>
                  <a:cubicBezTo>
                    <a:pt x="1" y="322"/>
                    <a:pt x="74" y="476"/>
                    <a:pt x="215" y="527"/>
                  </a:cubicBezTo>
                  <a:cubicBezTo>
                    <a:pt x="245" y="537"/>
                    <a:pt x="275" y="541"/>
                    <a:pt x="304" y="541"/>
                  </a:cubicBezTo>
                  <a:cubicBezTo>
                    <a:pt x="416" y="541"/>
                    <a:pt x="522" y="472"/>
                    <a:pt x="561" y="361"/>
                  </a:cubicBezTo>
                  <a:cubicBezTo>
                    <a:pt x="610" y="220"/>
                    <a:pt x="538" y="66"/>
                    <a:pt x="396" y="16"/>
                  </a:cubicBezTo>
                  <a:cubicBezTo>
                    <a:pt x="367" y="5"/>
                    <a:pt x="336" y="0"/>
                    <a:pt x="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625" lIns="90000" spcFirstLastPara="1" rIns="90000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482640" y="4489920"/>
              <a:ext cx="27720" cy="24480"/>
            </a:xfrm>
            <a:custGeom>
              <a:rect b="b" l="l" r="r" t="t"/>
              <a:pathLst>
                <a:path extrusionOk="0" h="384" w="433">
                  <a:moveTo>
                    <a:pt x="218" y="0"/>
                  </a:moveTo>
                  <a:cubicBezTo>
                    <a:pt x="138" y="0"/>
                    <a:pt x="64" y="50"/>
                    <a:pt x="36" y="128"/>
                  </a:cubicBezTo>
                  <a:cubicBezTo>
                    <a:pt x="1" y="228"/>
                    <a:pt x="53" y="338"/>
                    <a:pt x="152" y="372"/>
                  </a:cubicBezTo>
                  <a:cubicBezTo>
                    <a:pt x="174" y="380"/>
                    <a:pt x="196" y="383"/>
                    <a:pt x="217" y="383"/>
                  </a:cubicBezTo>
                  <a:cubicBezTo>
                    <a:pt x="296" y="383"/>
                    <a:pt x="369" y="334"/>
                    <a:pt x="397" y="256"/>
                  </a:cubicBezTo>
                  <a:cubicBezTo>
                    <a:pt x="433" y="156"/>
                    <a:pt x="381" y="47"/>
                    <a:pt x="281" y="11"/>
                  </a:cubicBezTo>
                  <a:cubicBezTo>
                    <a:pt x="260" y="4"/>
                    <a:pt x="239" y="0"/>
                    <a:pt x="218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505320" y="4546080"/>
              <a:ext cx="39240" cy="34920"/>
            </a:xfrm>
            <a:custGeom>
              <a:rect b="b" l="l" r="r" t="t"/>
              <a:pathLst>
                <a:path extrusionOk="0" h="543" w="611">
                  <a:moveTo>
                    <a:pt x="304" y="1"/>
                  </a:moveTo>
                  <a:cubicBezTo>
                    <a:pt x="193" y="1"/>
                    <a:pt x="89" y="70"/>
                    <a:pt x="50" y="181"/>
                  </a:cubicBezTo>
                  <a:cubicBezTo>
                    <a:pt x="1" y="322"/>
                    <a:pt x="73" y="477"/>
                    <a:pt x="216" y="527"/>
                  </a:cubicBezTo>
                  <a:cubicBezTo>
                    <a:pt x="245" y="537"/>
                    <a:pt x="276" y="542"/>
                    <a:pt x="306" y="542"/>
                  </a:cubicBezTo>
                  <a:cubicBezTo>
                    <a:pt x="416" y="542"/>
                    <a:pt x="521" y="473"/>
                    <a:pt x="561" y="361"/>
                  </a:cubicBezTo>
                  <a:cubicBezTo>
                    <a:pt x="610" y="220"/>
                    <a:pt x="537" y="66"/>
                    <a:pt x="396" y="17"/>
                  </a:cubicBezTo>
                  <a:cubicBezTo>
                    <a:pt x="365" y="6"/>
                    <a:pt x="335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625" lIns="90000" spcFirstLastPara="1" rIns="90000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511080" y="4551480"/>
              <a:ext cx="27720" cy="24480"/>
            </a:xfrm>
            <a:custGeom>
              <a:rect b="b" l="l" r="r" t="t"/>
              <a:pathLst>
                <a:path extrusionOk="0" h="385" w="434">
                  <a:moveTo>
                    <a:pt x="217" y="1"/>
                  </a:moveTo>
                  <a:cubicBezTo>
                    <a:pt x="139" y="1"/>
                    <a:pt x="64" y="50"/>
                    <a:pt x="36" y="128"/>
                  </a:cubicBezTo>
                  <a:cubicBezTo>
                    <a:pt x="1" y="228"/>
                    <a:pt x="53" y="338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6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571560" y="4607280"/>
              <a:ext cx="39240" cy="34560"/>
            </a:xfrm>
            <a:custGeom>
              <a:rect b="b" l="l" r="r" t="t"/>
              <a:pathLst>
                <a:path extrusionOk="0" h="542" w="610">
                  <a:moveTo>
                    <a:pt x="305" y="0"/>
                  </a:moveTo>
                  <a:cubicBezTo>
                    <a:pt x="193" y="0"/>
                    <a:pt x="89" y="69"/>
                    <a:pt x="50" y="181"/>
                  </a:cubicBezTo>
                  <a:cubicBezTo>
                    <a:pt x="0" y="322"/>
                    <a:pt x="74" y="476"/>
                    <a:pt x="215" y="526"/>
                  </a:cubicBezTo>
                  <a:cubicBezTo>
                    <a:pt x="245" y="537"/>
                    <a:pt x="275" y="542"/>
                    <a:pt x="305" y="542"/>
                  </a:cubicBezTo>
                  <a:cubicBezTo>
                    <a:pt x="417" y="542"/>
                    <a:pt x="521" y="473"/>
                    <a:pt x="560" y="361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625" lIns="90000" spcFirstLastPara="1" rIns="90000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577320" y="4612680"/>
              <a:ext cx="27720" cy="24480"/>
            </a:xfrm>
            <a:custGeom>
              <a:rect b="b" l="l" r="r" t="t"/>
              <a:pathLst>
                <a:path extrusionOk="0" h="384" w="433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0" y="228"/>
                    <a:pt x="53" y="338"/>
                    <a:pt x="152" y="372"/>
                  </a:cubicBezTo>
                  <a:cubicBezTo>
                    <a:pt x="173" y="380"/>
                    <a:pt x="195" y="383"/>
                    <a:pt x="216" y="383"/>
                  </a:cubicBezTo>
                  <a:cubicBezTo>
                    <a:pt x="295" y="383"/>
                    <a:pt x="370" y="334"/>
                    <a:pt x="397" y="256"/>
                  </a:cubicBezTo>
                  <a:cubicBezTo>
                    <a:pt x="433" y="156"/>
                    <a:pt x="380" y="46"/>
                    <a:pt x="281" y="12"/>
                  </a:cubicBezTo>
                  <a:cubicBezTo>
                    <a:pt x="260" y="4"/>
                    <a:pt x="238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654000" y="4655520"/>
              <a:ext cx="39240" cy="34560"/>
            </a:xfrm>
            <a:custGeom>
              <a:rect b="b" l="l" r="r" t="t"/>
              <a:pathLst>
                <a:path extrusionOk="0" h="542" w="611">
                  <a:moveTo>
                    <a:pt x="305" y="0"/>
                  </a:moveTo>
                  <a:cubicBezTo>
                    <a:pt x="194" y="0"/>
                    <a:pt x="89" y="69"/>
                    <a:pt x="50" y="181"/>
                  </a:cubicBezTo>
                  <a:cubicBezTo>
                    <a:pt x="1" y="322"/>
                    <a:pt x="73" y="476"/>
                    <a:pt x="215" y="526"/>
                  </a:cubicBezTo>
                  <a:cubicBezTo>
                    <a:pt x="244" y="536"/>
                    <a:pt x="274" y="541"/>
                    <a:pt x="303" y="541"/>
                  </a:cubicBezTo>
                  <a:cubicBezTo>
                    <a:pt x="415" y="541"/>
                    <a:pt x="521" y="472"/>
                    <a:pt x="561" y="361"/>
                  </a:cubicBezTo>
                  <a:cubicBezTo>
                    <a:pt x="610" y="220"/>
                    <a:pt x="537" y="65"/>
                    <a:pt x="396" y="16"/>
                  </a:cubicBezTo>
                  <a:cubicBezTo>
                    <a:pt x="366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625" lIns="90000" spcFirstLastPara="1" rIns="90000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659760" y="4660560"/>
              <a:ext cx="27720" cy="24480"/>
            </a:xfrm>
            <a:custGeom>
              <a:rect b="b" l="l" r="r" t="t"/>
              <a:pathLst>
                <a:path extrusionOk="0" h="385" w="434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1" y="227"/>
                    <a:pt x="53" y="337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7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746880" y="4688640"/>
              <a:ext cx="39240" cy="34920"/>
            </a:xfrm>
            <a:custGeom>
              <a:rect b="b" l="l" r="r" t="t"/>
              <a:pathLst>
                <a:path extrusionOk="0" h="543" w="610">
                  <a:moveTo>
                    <a:pt x="305" y="1"/>
                  </a:moveTo>
                  <a:cubicBezTo>
                    <a:pt x="193" y="1"/>
                    <a:pt x="88" y="70"/>
                    <a:pt x="50" y="181"/>
                  </a:cubicBezTo>
                  <a:cubicBezTo>
                    <a:pt x="0" y="323"/>
                    <a:pt x="73" y="477"/>
                    <a:pt x="215" y="527"/>
                  </a:cubicBezTo>
                  <a:cubicBezTo>
                    <a:pt x="244" y="537"/>
                    <a:pt x="274" y="542"/>
                    <a:pt x="304" y="542"/>
                  </a:cubicBezTo>
                  <a:cubicBezTo>
                    <a:pt x="415" y="542"/>
                    <a:pt x="520" y="473"/>
                    <a:pt x="560" y="362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6"/>
                    <a:pt x="33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625" lIns="90000" spcFirstLastPara="1" rIns="90000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3752640" y="4693680"/>
              <a:ext cx="27360" cy="24480"/>
            </a:xfrm>
            <a:custGeom>
              <a:rect b="b" l="l" r="r" t="t"/>
              <a:pathLst>
                <a:path extrusionOk="0" h="383" w="432">
                  <a:moveTo>
                    <a:pt x="216" y="0"/>
                  </a:moveTo>
                  <a:cubicBezTo>
                    <a:pt x="137" y="0"/>
                    <a:pt x="63" y="49"/>
                    <a:pt x="35" y="128"/>
                  </a:cubicBezTo>
                  <a:cubicBezTo>
                    <a:pt x="0" y="227"/>
                    <a:pt x="53" y="337"/>
                    <a:pt x="152" y="372"/>
                  </a:cubicBezTo>
                  <a:cubicBezTo>
                    <a:pt x="173" y="379"/>
                    <a:pt x="195" y="383"/>
                    <a:pt x="216" y="383"/>
                  </a:cubicBezTo>
                  <a:cubicBezTo>
                    <a:pt x="294" y="383"/>
                    <a:pt x="367" y="334"/>
                    <a:pt x="396" y="255"/>
                  </a:cubicBezTo>
                  <a:cubicBezTo>
                    <a:pt x="432" y="156"/>
                    <a:pt x="379" y="46"/>
                    <a:pt x="280" y="11"/>
                  </a:cubicBezTo>
                  <a:cubicBezTo>
                    <a:pt x="259" y="4"/>
                    <a:pt x="237" y="0"/>
                    <a:pt x="216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3562200" y="4463280"/>
              <a:ext cx="264240" cy="300960"/>
            </a:xfrm>
            <a:custGeom>
              <a:rect b="b" l="l" r="r" t="t"/>
              <a:pathLst>
                <a:path extrusionOk="0" h="4614" w="4054">
                  <a:moveTo>
                    <a:pt x="2802" y="0"/>
                  </a:moveTo>
                  <a:cubicBezTo>
                    <a:pt x="2797" y="0"/>
                    <a:pt x="2794" y="7"/>
                    <a:pt x="2798" y="12"/>
                  </a:cubicBezTo>
                  <a:cubicBezTo>
                    <a:pt x="3171" y="311"/>
                    <a:pt x="3353" y="752"/>
                    <a:pt x="3223" y="1226"/>
                  </a:cubicBezTo>
                  <a:cubicBezTo>
                    <a:pt x="3117" y="1615"/>
                    <a:pt x="2856" y="1947"/>
                    <a:pt x="2669" y="2300"/>
                  </a:cubicBezTo>
                  <a:cubicBezTo>
                    <a:pt x="2667" y="2304"/>
                    <a:pt x="2667" y="2309"/>
                    <a:pt x="2666" y="2314"/>
                  </a:cubicBezTo>
                  <a:cubicBezTo>
                    <a:pt x="2661" y="2314"/>
                    <a:pt x="2656" y="2314"/>
                    <a:pt x="2651" y="2316"/>
                  </a:cubicBezTo>
                  <a:cubicBezTo>
                    <a:pt x="2511" y="2364"/>
                    <a:pt x="2370" y="2385"/>
                    <a:pt x="2230" y="2385"/>
                  </a:cubicBezTo>
                  <a:cubicBezTo>
                    <a:pt x="1641" y="2385"/>
                    <a:pt x="1073" y="2001"/>
                    <a:pt x="700" y="1565"/>
                  </a:cubicBezTo>
                  <a:cubicBezTo>
                    <a:pt x="700" y="1564"/>
                    <a:pt x="699" y="1564"/>
                    <a:pt x="698" y="1564"/>
                  </a:cubicBezTo>
                  <a:cubicBezTo>
                    <a:pt x="696" y="1564"/>
                    <a:pt x="694" y="1567"/>
                    <a:pt x="695" y="1568"/>
                  </a:cubicBezTo>
                  <a:cubicBezTo>
                    <a:pt x="1048" y="2085"/>
                    <a:pt x="1619" y="2487"/>
                    <a:pt x="2236" y="2487"/>
                  </a:cubicBezTo>
                  <a:cubicBezTo>
                    <a:pt x="2387" y="2487"/>
                    <a:pt x="2541" y="2463"/>
                    <a:pt x="2695" y="2411"/>
                  </a:cubicBezTo>
                  <a:cubicBezTo>
                    <a:pt x="2701" y="2409"/>
                    <a:pt x="2706" y="2406"/>
                    <a:pt x="2710" y="2403"/>
                  </a:cubicBezTo>
                  <a:cubicBezTo>
                    <a:pt x="2716" y="2405"/>
                    <a:pt x="2723" y="2406"/>
                    <a:pt x="2729" y="2406"/>
                  </a:cubicBezTo>
                  <a:cubicBezTo>
                    <a:pt x="2746" y="2406"/>
                    <a:pt x="2764" y="2397"/>
                    <a:pt x="2776" y="2376"/>
                  </a:cubicBezTo>
                  <a:cubicBezTo>
                    <a:pt x="2816" y="2304"/>
                    <a:pt x="2861" y="2232"/>
                    <a:pt x="2905" y="2159"/>
                  </a:cubicBezTo>
                  <a:cubicBezTo>
                    <a:pt x="3451" y="2748"/>
                    <a:pt x="3799" y="3410"/>
                    <a:pt x="3955" y="4205"/>
                  </a:cubicBezTo>
                  <a:cubicBezTo>
                    <a:pt x="3956" y="4212"/>
                    <a:pt x="3959" y="4217"/>
                    <a:pt x="3962" y="4221"/>
                  </a:cubicBezTo>
                  <a:cubicBezTo>
                    <a:pt x="3961" y="4221"/>
                    <a:pt x="3960" y="4222"/>
                    <a:pt x="3959" y="4222"/>
                  </a:cubicBezTo>
                  <a:cubicBezTo>
                    <a:pt x="3956" y="4221"/>
                    <a:pt x="3952" y="4220"/>
                    <a:pt x="3950" y="4220"/>
                  </a:cubicBezTo>
                  <a:cubicBezTo>
                    <a:pt x="2512" y="4112"/>
                    <a:pt x="1139" y="3596"/>
                    <a:pt x="8" y="2699"/>
                  </a:cubicBezTo>
                  <a:cubicBezTo>
                    <a:pt x="8" y="2699"/>
                    <a:pt x="7" y="2698"/>
                    <a:pt x="6" y="2698"/>
                  </a:cubicBezTo>
                  <a:cubicBezTo>
                    <a:pt x="3" y="2698"/>
                    <a:pt x="1" y="2703"/>
                    <a:pt x="4" y="2706"/>
                  </a:cubicBezTo>
                  <a:cubicBezTo>
                    <a:pt x="1072" y="3623"/>
                    <a:pt x="2359" y="4175"/>
                    <a:pt x="3757" y="4285"/>
                  </a:cubicBezTo>
                  <a:cubicBezTo>
                    <a:pt x="3138" y="4468"/>
                    <a:pt x="2528" y="4570"/>
                    <a:pt x="1874" y="4585"/>
                  </a:cubicBezTo>
                  <a:cubicBezTo>
                    <a:pt x="1868" y="4585"/>
                    <a:pt x="1866" y="4594"/>
                    <a:pt x="1873" y="4596"/>
                  </a:cubicBezTo>
                  <a:cubicBezTo>
                    <a:pt x="2009" y="4608"/>
                    <a:pt x="2147" y="4614"/>
                    <a:pt x="2285" y="4614"/>
                  </a:cubicBezTo>
                  <a:cubicBezTo>
                    <a:pt x="2876" y="4614"/>
                    <a:pt x="3471" y="4505"/>
                    <a:pt x="4018" y="4289"/>
                  </a:cubicBezTo>
                  <a:cubicBezTo>
                    <a:pt x="4053" y="4275"/>
                    <a:pt x="4046" y="4240"/>
                    <a:pt x="4024" y="4222"/>
                  </a:cubicBezTo>
                  <a:cubicBezTo>
                    <a:pt x="4030" y="4215"/>
                    <a:pt x="4036" y="4204"/>
                    <a:pt x="4033" y="4191"/>
                  </a:cubicBezTo>
                  <a:cubicBezTo>
                    <a:pt x="3903" y="3411"/>
                    <a:pt x="3510" y="2664"/>
                    <a:pt x="2933" y="2120"/>
                  </a:cubicBezTo>
                  <a:cubicBezTo>
                    <a:pt x="3172" y="1728"/>
                    <a:pt x="3433" y="1304"/>
                    <a:pt x="3383" y="843"/>
                  </a:cubicBezTo>
                  <a:cubicBezTo>
                    <a:pt x="3344" y="476"/>
                    <a:pt x="3124" y="178"/>
                    <a:pt x="2806" y="1"/>
                  </a:cubicBezTo>
                  <a:cubicBezTo>
                    <a:pt x="2804" y="0"/>
                    <a:pt x="2803" y="0"/>
                    <a:pt x="2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"/>
          <p:cNvSpPr txBox="1"/>
          <p:nvPr>
            <p:ph type="title"/>
          </p:nvPr>
        </p:nvSpPr>
        <p:spPr>
          <a:xfrm>
            <a:off x="720000" y="540000"/>
            <a:ext cx="7703280" cy="56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ebrace.org.br/participe/regras/regras-gerais/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espacociencia.pe.gov.br/ciencia-jovem/#edicaoatual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cecierj.edu.br/divulgacao-cientifica/fecti/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ebic.com.br/#regulamento" TargetMode="External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24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20.jpg"/><Relationship Id="rId5" Type="http://schemas.openxmlformats.org/officeDocument/2006/relationships/image" Target="../media/image28.jpg"/><Relationship Id="rId6" Type="http://schemas.openxmlformats.org/officeDocument/2006/relationships/image" Target="../media/image2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"/>
          <p:cNvSpPr txBox="1"/>
          <p:nvPr>
            <p:ph type="title"/>
          </p:nvPr>
        </p:nvSpPr>
        <p:spPr>
          <a:xfrm>
            <a:off x="1825200" y="942123"/>
            <a:ext cx="55689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Relatos de uma Aventura no Conhecimento</a:t>
            </a:r>
            <a:endParaRPr sz="3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30" name="Google Shape;230;p1"/>
          <p:cNvCxnSpPr/>
          <p:nvPr/>
        </p:nvCxnSpPr>
        <p:spPr>
          <a:xfrm>
            <a:off x="1651863" y="2461128"/>
            <a:ext cx="5515500" cy="600"/>
          </a:xfrm>
          <a:prstGeom prst="straightConnector1">
            <a:avLst/>
          </a:prstGeom>
          <a:noFill/>
          <a:ln cap="flat" cmpd="sng" w="9525">
            <a:solidFill>
              <a:srgbClr val="F7EA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p1"/>
          <p:cNvGrpSpPr/>
          <p:nvPr/>
        </p:nvGrpSpPr>
        <p:grpSpPr>
          <a:xfrm>
            <a:off x="6869880" y="4182840"/>
            <a:ext cx="587880" cy="533520"/>
            <a:chOff x="6869880" y="4182840"/>
            <a:chExt cx="587880" cy="533520"/>
          </a:xfrm>
        </p:grpSpPr>
        <p:sp>
          <p:nvSpPr>
            <p:cNvPr id="232" name="Google Shape;232;p1"/>
            <p:cNvSpPr/>
            <p:nvPr/>
          </p:nvSpPr>
          <p:spPr>
            <a:xfrm>
              <a:off x="6869880" y="4182840"/>
              <a:ext cx="587880" cy="53352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102800" y="4375080"/>
              <a:ext cx="304200" cy="32760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219080" y="4527360"/>
              <a:ext cx="212400" cy="15912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9900" lIns="90000" spcFirstLastPara="1" rIns="90000" wrap="square" tIns="79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124400" y="4507200"/>
              <a:ext cx="198360" cy="19836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245360" y="4637880"/>
              <a:ext cx="111960" cy="482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4475" lIns="90000" spcFirstLastPara="1" rIns="90000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232400" y="4526640"/>
              <a:ext cx="95040" cy="4680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750" lIns="90000" spcFirstLastPara="1" rIns="90000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7104240" y="4374000"/>
              <a:ext cx="158400" cy="8892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4625" lIns="90000" spcFirstLastPara="1" rIns="90000" wrap="square" tIns="44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031160" y="4231440"/>
              <a:ext cx="168840" cy="1256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3000" lIns="90000" spcFirstLastPara="1" rIns="90000" wrap="square" tIns="63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1"/>
          <p:cNvGrpSpPr/>
          <p:nvPr/>
        </p:nvGrpSpPr>
        <p:grpSpPr>
          <a:xfrm>
            <a:off x="1029976" y="1673533"/>
            <a:ext cx="795690" cy="919407"/>
            <a:chOff x="1029976" y="1673533"/>
            <a:chExt cx="795690" cy="919407"/>
          </a:xfrm>
        </p:grpSpPr>
        <p:sp>
          <p:nvSpPr>
            <p:cNvPr id="241" name="Google Shape;241;p1"/>
            <p:cNvSpPr/>
            <p:nvPr/>
          </p:nvSpPr>
          <p:spPr>
            <a:xfrm rot="-809400">
              <a:off x="1209960" y="1704600"/>
              <a:ext cx="335160" cy="581760"/>
            </a:xfrm>
            <a:custGeom>
              <a:rect b="b" l="l" r="r" t="t"/>
              <a:pathLst>
                <a:path extrusionOk="0" h="4880" w="2816">
                  <a:moveTo>
                    <a:pt x="1482" y="1"/>
                  </a:moveTo>
                  <a:lnTo>
                    <a:pt x="1444" y="23"/>
                  </a:lnTo>
                  <a:lnTo>
                    <a:pt x="2768" y="2325"/>
                  </a:lnTo>
                  <a:lnTo>
                    <a:pt x="2266" y="4583"/>
                  </a:lnTo>
                  <a:lnTo>
                    <a:pt x="700" y="4831"/>
                  </a:lnTo>
                  <a:lnTo>
                    <a:pt x="48" y="2665"/>
                  </a:lnTo>
                  <a:lnTo>
                    <a:pt x="1482" y="275"/>
                  </a:lnTo>
                  <a:lnTo>
                    <a:pt x="1444" y="253"/>
                  </a:lnTo>
                  <a:lnTo>
                    <a:pt x="5" y="2650"/>
                  </a:lnTo>
                  <a:lnTo>
                    <a:pt x="1" y="2659"/>
                  </a:lnTo>
                  <a:lnTo>
                    <a:pt x="669" y="4880"/>
                  </a:lnTo>
                  <a:lnTo>
                    <a:pt x="2302" y="4622"/>
                  </a:lnTo>
                  <a:lnTo>
                    <a:pt x="2812" y="2326"/>
                  </a:lnTo>
                  <a:lnTo>
                    <a:pt x="2816" y="2316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809400">
              <a:off x="1539000" y="2188800"/>
              <a:ext cx="256680" cy="29880"/>
            </a:xfrm>
            <a:custGeom>
              <a:rect b="b" l="l" r="r" t="t"/>
              <a:pathLst>
                <a:path extrusionOk="0" h="255" w="2157">
                  <a:moveTo>
                    <a:pt x="5" y="1"/>
                  </a:moveTo>
                  <a:lnTo>
                    <a:pt x="1" y="43"/>
                  </a:lnTo>
                  <a:lnTo>
                    <a:pt x="2152" y="255"/>
                  </a:lnTo>
                  <a:lnTo>
                    <a:pt x="2156" y="21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 rot="-809400">
              <a:off x="1069560" y="2356560"/>
              <a:ext cx="358560" cy="197280"/>
            </a:xfrm>
            <a:custGeom>
              <a:rect b="b" l="l" r="r" t="t"/>
              <a:pathLst>
                <a:path extrusionOk="0" h="1659" w="3012">
                  <a:moveTo>
                    <a:pt x="2754" y="0"/>
                  </a:moveTo>
                  <a:lnTo>
                    <a:pt x="2711" y="6"/>
                  </a:lnTo>
                  <a:lnTo>
                    <a:pt x="2958" y="1591"/>
                  </a:lnTo>
                  <a:lnTo>
                    <a:pt x="17" y="483"/>
                  </a:lnTo>
                  <a:lnTo>
                    <a:pt x="1" y="523"/>
                  </a:lnTo>
                  <a:lnTo>
                    <a:pt x="3012" y="1658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 rot="-809400">
              <a:off x="1510200" y="1917720"/>
              <a:ext cx="50040" cy="50040"/>
            </a:xfrm>
            <a:custGeom>
              <a:rect b="b" l="l" r="r" t="t"/>
              <a:pathLst>
                <a:path extrusionOk="0" h="425" w="425">
                  <a:moveTo>
                    <a:pt x="212" y="1"/>
                  </a:moveTo>
                  <a:cubicBezTo>
                    <a:pt x="95" y="1"/>
                    <a:pt x="1" y="96"/>
                    <a:pt x="1" y="213"/>
                  </a:cubicBezTo>
                  <a:cubicBezTo>
                    <a:pt x="1" y="331"/>
                    <a:pt x="95" y="425"/>
                    <a:pt x="212" y="425"/>
                  </a:cubicBezTo>
                  <a:cubicBezTo>
                    <a:pt x="330" y="425"/>
                    <a:pt x="425" y="331"/>
                    <a:pt x="425" y="213"/>
                  </a:cubicBezTo>
                  <a:cubicBezTo>
                    <a:pt x="425" y="96"/>
                    <a:pt x="330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0000" spcFirstLastPara="1" rIns="90000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 rot="-809400">
              <a:off x="1770480" y="2161440"/>
              <a:ext cx="50040" cy="50040"/>
            </a:xfrm>
            <a:custGeom>
              <a:rect b="b" l="l" r="r" t="t"/>
              <a:pathLst>
                <a:path extrusionOk="0" h="425" w="425">
                  <a:moveTo>
                    <a:pt x="212" y="1"/>
                  </a:moveTo>
                  <a:cubicBezTo>
                    <a:pt x="95" y="1"/>
                    <a:pt x="1" y="96"/>
                    <a:pt x="1" y="213"/>
                  </a:cubicBezTo>
                  <a:cubicBezTo>
                    <a:pt x="1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3"/>
                  </a:cubicBezTo>
                  <a:cubicBezTo>
                    <a:pt x="425" y="96"/>
                    <a:pt x="329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0000" spcFirstLastPara="1" rIns="90000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 rot="-809400">
              <a:off x="1287000" y="1682640"/>
              <a:ext cx="59760" cy="59760"/>
            </a:xfrm>
            <a:custGeom>
              <a:rect b="b" l="l" r="r" t="t"/>
              <a:pathLst>
                <a:path extrusionOk="0" h="506" w="506">
                  <a:moveTo>
                    <a:pt x="253" y="1"/>
                  </a:moveTo>
                  <a:cubicBezTo>
                    <a:pt x="114" y="1"/>
                    <a:pt x="1" y="113"/>
                    <a:pt x="1" y="253"/>
                  </a:cubicBezTo>
                  <a:cubicBezTo>
                    <a:pt x="1" y="393"/>
                    <a:pt x="114" y="505"/>
                    <a:pt x="253" y="505"/>
                  </a:cubicBezTo>
                  <a:cubicBezTo>
                    <a:pt x="393" y="505"/>
                    <a:pt x="505" y="392"/>
                    <a:pt x="505" y="253"/>
                  </a:cubicBezTo>
                  <a:cubicBezTo>
                    <a:pt x="505" y="115"/>
                    <a:pt x="393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 rot="-809400">
              <a:off x="1509840" y="2192040"/>
              <a:ext cx="60120" cy="59760"/>
            </a:xfrm>
            <a:custGeom>
              <a:rect b="b" l="l" r="r" t="t"/>
              <a:pathLst>
                <a:path extrusionOk="0" h="506" w="511">
                  <a:moveTo>
                    <a:pt x="255" y="0"/>
                  </a:moveTo>
                  <a:cubicBezTo>
                    <a:pt x="118" y="0"/>
                    <a:pt x="5" y="110"/>
                    <a:pt x="2" y="249"/>
                  </a:cubicBezTo>
                  <a:cubicBezTo>
                    <a:pt x="0" y="389"/>
                    <a:pt x="112" y="504"/>
                    <a:pt x="252" y="506"/>
                  </a:cubicBezTo>
                  <a:cubicBezTo>
                    <a:pt x="253" y="506"/>
                    <a:pt x="254" y="506"/>
                    <a:pt x="255" y="506"/>
                  </a:cubicBezTo>
                  <a:cubicBezTo>
                    <a:pt x="393" y="506"/>
                    <a:pt x="506" y="395"/>
                    <a:pt x="508" y="257"/>
                  </a:cubicBezTo>
                  <a:cubicBezTo>
                    <a:pt x="510" y="117"/>
                    <a:pt x="399" y="2"/>
                    <a:pt x="259" y="0"/>
                  </a:cubicBezTo>
                  <a:cubicBezTo>
                    <a:pt x="258" y="0"/>
                    <a:pt x="256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 rot="-809400">
              <a:off x="1331280" y="2266200"/>
              <a:ext cx="59760" cy="59760"/>
            </a:xfrm>
            <a:custGeom>
              <a:rect b="b" l="l" r="r" t="t"/>
              <a:pathLst>
                <a:path extrusionOk="0" h="507" w="507">
                  <a:moveTo>
                    <a:pt x="254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3"/>
                    <a:pt x="114" y="506"/>
                    <a:pt x="254" y="506"/>
                  </a:cubicBezTo>
                  <a:cubicBezTo>
                    <a:pt x="393" y="506"/>
                    <a:pt x="506" y="392"/>
                    <a:pt x="506" y="253"/>
                  </a:cubicBezTo>
                  <a:cubicBezTo>
                    <a:pt x="506" y="115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 rot="-809400">
              <a:off x="1036080" y="2429280"/>
              <a:ext cx="59760" cy="59400"/>
            </a:xfrm>
            <a:custGeom>
              <a:rect b="b" l="l" r="r" t="t"/>
              <a:pathLst>
                <a:path extrusionOk="0" h="505" w="507">
                  <a:moveTo>
                    <a:pt x="253" y="0"/>
                  </a:moveTo>
                  <a:cubicBezTo>
                    <a:pt x="114" y="0"/>
                    <a:pt x="1" y="112"/>
                    <a:pt x="1" y="253"/>
                  </a:cubicBezTo>
                  <a:cubicBezTo>
                    <a:pt x="1" y="393"/>
                    <a:pt x="114" y="505"/>
                    <a:pt x="253" y="505"/>
                  </a:cubicBezTo>
                  <a:cubicBezTo>
                    <a:pt x="394" y="505"/>
                    <a:pt x="507" y="393"/>
                    <a:pt x="507" y="253"/>
                  </a:cubicBezTo>
                  <a:cubicBezTo>
                    <a:pt x="507" y="113"/>
                    <a:pt x="39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875" lIns="90000" spcFirstLastPara="1" rIns="90000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 rot="-809400">
              <a:off x="1203480" y="2045880"/>
              <a:ext cx="29880" cy="30240"/>
            </a:xfrm>
            <a:custGeom>
              <a:rect b="b" l="l" r="r" t="t"/>
              <a:pathLst>
                <a:path extrusionOk="0" h="259" w="257">
                  <a:moveTo>
                    <a:pt x="129" y="1"/>
                  </a:moveTo>
                  <a:cubicBezTo>
                    <a:pt x="58" y="1"/>
                    <a:pt x="0" y="60"/>
                    <a:pt x="0" y="130"/>
                  </a:cubicBezTo>
                  <a:cubicBezTo>
                    <a:pt x="0" y="201"/>
                    <a:pt x="58" y="258"/>
                    <a:pt x="129" y="258"/>
                  </a:cubicBezTo>
                  <a:cubicBezTo>
                    <a:pt x="129" y="258"/>
                    <a:pt x="130" y="258"/>
                    <a:pt x="131" y="258"/>
                  </a:cubicBezTo>
                  <a:cubicBezTo>
                    <a:pt x="200" y="258"/>
                    <a:pt x="257" y="201"/>
                    <a:pt x="257" y="130"/>
                  </a:cubicBezTo>
                  <a:cubicBezTo>
                    <a:pt x="257" y="60"/>
                    <a:pt x="19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475" lIns="90000" spcFirstLastPara="1" rIns="90000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 rot="-809400">
              <a:off x="1419840" y="2482560"/>
              <a:ext cx="30240" cy="29880"/>
            </a:xfrm>
            <a:custGeom>
              <a:rect b="b" l="l" r="r" t="t"/>
              <a:pathLst>
                <a:path extrusionOk="0" h="257" w="258">
                  <a:moveTo>
                    <a:pt x="130" y="0"/>
                  </a:moveTo>
                  <a:cubicBezTo>
                    <a:pt x="58" y="0"/>
                    <a:pt x="1" y="58"/>
                    <a:pt x="1" y="128"/>
                  </a:cubicBezTo>
                  <a:cubicBezTo>
                    <a:pt x="1" y="199"/>
                    <a:pt x="58" y="257"/>
                    <a:pt x="130" y="257"/>
                  </a:cubicBezTo>
                  <a:cubicBezTo>
                    <a:pt x="200" y="256"/>
                    <a:pt x="257" y="199"/>
                    <a:pt x="257" y="128"/>
                  </a:cubicBezTo>
                  <a:cubicBezTo>
                    <a:pt x="257" y="58"/>
                    <a:pt x="200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1"/>
          <p:cNvGrpSpPr/>
          <p:nvPr/>
        </p:nvGrpSpPr>
        <p:grpSpPr>
          <a:xfrm>
            <a:off x="6253920" y="84960"/>
            <a:ext cx="1014840" cy="1239840"/>
            <a:chOff x="6253920" y="84960"/>
            <a:chExt cx="1014840" cy="1239840"/>
          </a:xfrm>
        </p:grpSpPr>
        <p:sp>
          <p:nvSpPr>
            <p:cNvPr id="253" name="Google Shape;253;p1"/>
            <p:cNvSpPr/>
            <p:nvPr/>
          </p:nvSpPr>
          <p:spPr>
            <a:xfrm>
              <a:off x="6280200" y="565920"/>
              <a:ext cx="269280" cy="330480"/>
            </a:xfrm>
            <a:custGeom>
              <a:rect b="b" l="l" r="r" t="t"/>
              <a:pathLst>
                <a:path extrusionOk="0" h="2278" w="1856">
                  <a:moveTo>
                    <a:pt x="1811" y="62"/>
                  </a:moveTo>
                  <a:lnTo>
                    <a:pt x="1811" y="1277"/>
                  </a:lnTo>
                  <a:lnTo>
                    <a:pt x="794" y="2205"/>
                  </a:lnTo>
                  <a:lnTo>
                    <a:pt x="62" y="604"/>
                  </a:lnTo>
                  <a:lnTo>
                    <a:pt x="1811" y="62"/>
                  </a:lnTo>
                  <a:close/>
                  <a:moveTo>
                    <a:pt x="1855" y="0"/>
                  </a:moveTo>
                  <a:lnTo>
                    <a:pt x="0" y="577"/>
                  </a:lnTo>
                  <a:lnTo>
                    <a:pt x="778" y="2277"/>
                  </a:lnTo>
                  <a:lnTo>
                    <a:pt x="1855" y="1295"/>
                  </a:lnTo>
                  <a:lnTo>
                    <a:pt x="18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6544440" y="117720"/>
              <a:ext cx="697680" cy="1179720"/>
            </a:xfrm>
            <a:custGeom>
              <a:rect b="b" l="l" r="r" t="t"/>
              <a:pathLst>
                <a:path extrusionOk="0" h="8115" w="4801">
                  <a:moveTo>
                    <a:pt x="3427" y="0"/>
                  </a:moveTo>
                  <a:lnTo>
                    <a:pt x="2040" y="1192"/>
                  </a:lnTo>
                  <a:lnTo>
                    <a:pt x="1" y="3097"/>
                  </a:lnTo>
                  <a:lnTo>
                    <a:pt x="30" y="3129"/>
                  </a:lnTo>
                  <a:lnTo>
                    <a:pt x="2069" y="1224"/>
                  </a:lnTo>
                  <a:lnTo>
                    <a:pt x="3417" y="67"/>
                  </a:lnTo>
                  <a:lnTo>
                    <a:pt x="4739" y="2183"/>
                  </a:lnTo>
                  <a:lnTo>
                    <a:pt x="3105" y="3100"/>
                  </a:lnTo>
                  <a:lnTo>
                    <a:pt x="3188" y="5323"/>
                  </a:lnTo>
                  <a:lnTo>
                    <a:pt x="3105" y="6815"/>
                  </a:lnTo>
                  <a:lnTo>
                    <a:pt x="3105" y="6827"/>
                  </a:lnTo>
                  <a:lnTo>
                    <a:pt x="4757" y="8114"/>
                  </a:lnTo>
                  <a:lnTo>
                    <a:pt x="4783" y="8081"/>
                  </a:lnTo>
                  <a:lnTo>
                    <a:pt x="3149" y="6808"/>
                  </a:lnTo>
                  <a:lnTo>
                    <a:pt x="3232" y="5323"/>
                  </a:lnTo>
                  <a:lnTo>
                    <a:pt x="3149" y="3125"/>
                  </a:lnTo>
                  <a:lnTo>
                    <a:pt x="4801" y="2199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6253920" y="621000"/>
              <a:ext cx="61200" cy="61200"/>
            </a:xfrm>
            <a:custGeom>
              <a:rect b="b" l="l" r="r" t="t"/>
              <a:pathLst>
                <a:path extrusionOk="0" h="425" w="425">
                  <a:moveTo>
                    <a:pt x="212" y="0"/>
                  </a:moveTo>
                  <a:cubicBezTo>
                    <a:pt x="95" y="0"/>
                    <a:pt x="0" y="95"/>
                    <a:pt x="0" y="213"/>
                  </a:cubicBezTo>
                  <a:cubicBezTo>
                    <a:pt x="0" y="330"/>
                    <a:pt x="95" y="424"/>
                    <a:pt x="212" y="424"/>
                  </a:cubicBezTo>
                  <a:cubicBezTo>
                    <a:pt x="329" y="424"/>
                    <a:pt x="424" y="330"/>
                    <a:pt x="424" y="213"/>
                  </a:cubicBezTo>
                  <a:cubicBezTo>
                    <a:pt x="424" y="95"/>
                    <a:pt x="329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6812640" y="262080"/>
              <a:ext cx="61200" cy="61200"/>
            </a:xfrm>
            <a:custGeom>
              <a:rect b="b" l="l" r="r" t="t"/>
              <a:pathLst>
                <a:path extrusionOk="0" h="425" w="425">
                  <a:moveTo>
                    <a:pt x="212" y="1"/>
                  </a:moveTo>
                  <a:cubicBezTo>
                    <a:pt x="94" y="1"/>
                    <a:pt x="0" y="96"/>
                    <a:pt x="0" y="213"/>
                  </a:cubicBezTo>
                  <a:cubicBezTo>
                    <a:pt x="0" y="330"/>
                    <a:pt x="94" y="425"/>
                    <a:pt x="212" y="425"/>
                  </a:cubicBezTo>
                  <a:cubicBezTo>
                    <a:pt x="329" y="425"/>
                    <a:pt x="424" y="330"/>
                    <a:pt x="424" y="213"/>
                  </a:cubicBezTo>
                  <a:cubicBezTo>
                    <a:pt x="424" y="96"/>
                    <a:pt x="329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7207200" y="404640"/>
              <a:ext cx="61560" cy="61200"/>
            </a:xfrm>
            <a:custGeom>
              <a:rect b="b" l="l" r="r" t="t"/>
              <a:pathLst>
                <a:path extrusionOk="0" h="425" w="429">
                  <a:moveTo>
                    <a:pt x="216" y="1"/>
                  </a:moveTo>
                  <a:cubicBezTo>
                    <a:pt x="100" y="1"/>
                    <a:pt x="5" y="93"/>
                    <a:pt x="3" y="210"/>
                  </a:cubicBezTo>
                  <a:cubicBezTo>
                    <a:pt x="1" y="326"/>
                    <a:pt x="94" y="424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2"/>
                    <a:pt x="427" y="216"/>
                  </a:cubicBezTo>
                  <a:cubicBezTo>
                    <a:pt x="429" y="99"/>
                    <a:pt x="336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6980400" y="861120"/>
              <a:ext cx="61200" cy="61200"/>
            </a:xfrm>
            <a:custGeom>
              <a:rect b="b" l="l" r="r" t="t"/>
              <a:pathLst>
                <a:path extrusionOk="0" h="425" w="425">
                  <a:moveTo>
                    <a:pt x="213" y="0"/>
                  </a:moveTo>
                  <a:cubicBezTo>
                    <a:pt x="96" y="0"/>
                    <a:pt x="1" y="94"/>
                    <a:pt x="1" y="212"/>
                  </a:cubicBezTo>
                  <a:cubicBezTo>
                    <a:pt x="1" y="329"/>
                    <a:pt x="96" y="424"/>
                    <a:pt x="213" y="424"/>
                  </a:cubicBezTo>
                  <a:cubicBezTo>
                    <a:pt x="331" y="424"/>
                    <a:pt x="425" y="329"/>
                    <a:pt x="425" y="212"/>
                  </a:cubicBezTo>
                  <a:cubicBezTo>
                    <a:pt x="425" y="94"/>
                    <a:pt x="331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7207200" y="1263600"/>
              <a:ext cx="61560" cy="61200"/>
            </a:xfrm>
            <a:custGeom>
              <a:rect b="b" l="l" r="r" t="t"/>
              <a:pathLst>
                <a:path extrusionOk="0" h="426" w="429">
                  <a:moveTo>
                    <a:pt x="216" y="1"/>
                  </a:moveTo>
                  <a:cubicBezTo>
                    <a:pt x="100" y="1"/>
                    <a:pt x="5" y="94"/>
                    <a:pt x="3" y="210"/>
                  </a:cubicBezTo>
                  <a:cubicBezTo>
                    <a:pt x="1" y="327"/>
                    <a:pt x="94" y="423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3"/>
                    <a:pt x="427" y="217"/>
                  </a:cubicBezTo>
                  <a:cubicBezTo>
                    <a:pt x="429" y="99"/>
                    <a:pt x="335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0000" spcFirstLastPara="1" rIns="90000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6357600" y="855360"/>
              <a:ext cx="72720" cy="72720"/>
            </a:xfrm>
            <a:custGeom>
              <a:rect b="b" l="l" r="r" t="t"/>
              <a:pathLst>
                <a:path extrusionOk="0" h="505" w="506">
                  <a:moveTo>
                    <a:pt x="252" y="0"/>
                  </a:moveTo>
                  <a:cubicBezTo>
                    <a:pt x="113" y="0"/>
                    <a:pt x="0" y="112"/>
                    <a:pt x="0" y="253"/>
                  </a:cubicBezTo>
                  <a:cubicBezTo>
                    <a:pt x="0" y="393"/>
                    <a:pt x="113" y="505"/>
                    <a:pt x="252" y="505"/>
                  </a:cubicBezTo>
                  <a:cubicBezTo>
                    <a:pt x="393" y="505"/>
                    <a:pt x="506" y="392"/>
                    <a:pt x="506" y="253"/>
                  </a:cubicBezTo>
                  <a:cubicBezTo>
                    <a:pt x="506" y="114"/>
                    <a:pt x="3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6527880" y="734400"/>
              <a:ext cx="36720" cy="36720"/>
            </a:xfrm>
            <a:custGeom>
              <a:rect b="b" l="l" r="r" t="t"/>
              <a:pathLst>
                <a:path extrusionOk="0" h="257" w="258">
                  <a:moveTo>
                    <a:pt x="128" y="0"/>
                  </a:moveTo>
                  <a:cubicBezTo>
                    <a:pt x="58" y="0"/>
                    <a:pt x="1" y="58"/>
                    <a:pt x="1" y="129"/>
                  </a:cubicBezTo>
                  <a:cubicBezTo>
                    <a:pt x="1" y="199"/>
                    <a:pt x="58" y="257"/>
                    <a:pt x="128" y="257"/>
                  </a:cubicBezTo>
                  <a:cubicBezTo>
                    <a:pt x="200" y="257"/>
                    <a:pt x="257" y="19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023600" y="84960"/>
              <a:ext cx="36720" cy="36720"/>
            </a:xfrm>
            <a:custGeom>
              <a:rect b="b" l="l" r="r" t="t"/>
              <a:pathLst>
                <a:path extrusionOk="0" h="258" w="257">
                  <a:moveTo>
                    <a:pt x="128" y="0"/>
                  </a:move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8" y="258"/>
                  </a:cubicBezTo>
                  <a:cubicBezTo>
                    <a:pt x="199" y="258"/>
                    <a:pt x="257" y="200"/>
                    <a:pt x="257" y="129"/>
                  </a:cubicBezTo>
                  <a:cubicBezTo>
                    <a:pt x="257" y="58"/>
                    <a:pt x="199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6980400" y="551520"/>
              <a:ext cx="36720" cy="36720"/>
            </a:xfrm>
            <a:custGeom>
              <a:rect b="b" l="l" r="r" t="t"/>
              <a:pathLst>
                <a:path extrusionOk="0" h="258" w="258">
                  <a:moveTo>
                    <a:pt x="130" y="1"/>
                  </a:moveTo>
                  <a:cubicBezTo>
                    <a:pt x="58" y="1"/>
                    <a:pt x="1" y="58"/>
                    <a:pt x="1" y="130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30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6980400" y="1090440"/>
              <a:ext cx="36720" cy="36720"/>
            </a:xfrm>
            <a:custGeom>
              <a:rect b="b" l="l" r="r" t="t"/>
              <a:pathLst>
                <a:path extrusionOk="0" h="258" w="258">
                  <a:moveTo>
                    <a:pt x="130" y="1"/>
                  </a:moveTo>
                  <a:cubicBezTo>
                    <a:pt x="58" y="1"/>
                    <a:pt x="1" y="58"/>
                    <a:pt x="1" y="128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28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1"/>
          <p:cNvGrpSpPr/>
          <p:nvPr/>
        </p:nvGrpSpPr>
        <p:grpSpPr>
          <a:xfrm>
            <a:off x="7600680" y="2553120"/>
            <a:ext cx="1949040" cy="431640"/>
            <a:chOff x="7600680" y="2553120"/>
            <a:chExt cx="1949040" cy="431640"/>
          </a:xfrm>
        </p:grpSpPr>
        <p:sp>
          <p:nvSpPr>
            <p:cNvPr id="266" name="Google Shape;266;p1"/>
            <p:cNvSpPr/>
            <p:nvPr/>
          </p:nvSpPr>
          <p:spPr>
            <a:xfrm>
              <a:off x="7634160" y="2580120"/>
              <a:ext cx="1896120" cy="38988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8921160" y="2553120"/>
              <a:ext cx="68040" cy="6012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7600680" y="2858400"/>
              <a:ext cx="68040" cy="6012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8326800" y="2618280"/>
              <a:ext cx="67680" cy="6012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9255240" y="2771640"/>
              <a:ext cx="68040" cy="6012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7917480" y="2948760"/>
              <a:ext cx="40680" cy="3600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350" lIns="90000" spcFirstLastPara="1" rIns="90000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9509040" y="2697480"/>
              <a:ext cx="40680" cy="3600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350" lIns="90000" spcFirstLastPara="1" rIns="90000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1"/>
          <p:cNvGrpSpPr/>
          <p:nvPr/>
        </p:nvGrpSpPr>
        <p:grpSpPr>
          <a:xfrm>
            <a:off x="741600" y="4110840"/>
            <a:ext cx="1825560" cy="1825560"/>
            <a:chOff x="741600" y="4110840"/>
            <a:chExt cx="1825560" cy="1825560"/>
          </a:xfrm>
        </p:grpSpPr>
        <p:sp>
          <p:nvSpPr>
            <p:cNvPr id="274" name="Google Shape;274;p1"/>
            <p:cNvSpPr/>
            <p:nvPr/>
          </p:nvSpPr>
          <p:spPr>
            <a:xfrm>
              <a:off x="741600" y="4110840"/>
              <a:ext cx="1825560" cy="1825560"/>
            </a:xfrm>
            <a:custGeom>
              <a:rect b="b" l="l" r="r" t="t"/>
              <a:pathLst>
                <a:path extrusionOk="0" h="24454" w="24453">
                  <a:moveTo>
                    <a:pt x="12226" y="1"/>
                  </a:moveTo>
                  <a:cubicBezTo>
                    <a:pt x="8983" y="1"/>
                    <a:pt x="5874" y="1289"/>
                    <a:pt x="3582" y="3582"/>
                  </a:cubicBezTo>
                  <a:cubicBezTo>
                    <a:pt x="1288" y="5875"/>
                    <a:pt x="0" y="8985"/>
                    <a:pt x="0" y="12227"/>
                  </a:cubicBezTo>
                  <a:cubicBezTo>
                    <a:pt x="0" y="15469"/>
                    <a:pt x="1288" y="18579"/>
                    <a:pt x="3582" y="20872"/>
                  </a:cubicBezTo>
                  <a:cubicBezTo>
                    <a:pt x="5874" y="23164"/>
                    <a:pt x="8983" y="24453"/>
                    <a:pt x="12226" y="24453"/>
                  </a:cubicBezTo>
                  <a:cubicBezTo>
                    <a:pt x="15469" y="24453"/>
                    <a:pt x="18579" y="23164"/>
                    <a:pt x="20871" y="20872"/>
                  </a:cubicBezTo>
                  <a:cubicBezTo>
                    <a:pt x="23164" y="18579"/>
                    <a:pt x="24453" y="15469"/>
                    <a:pt x="24453" y="12227"/>
                  </a:cubicBezTo>
                  <a:cubicBezTo>
                    <a:pt x="24453" y="8985"/>
                    <a:pt x="23164" y="5875"/>
                    <a:pt x="20871" y="3582"/>
                  </a:cubicBezTo>
                  <a:cubicBezTo>
                    <a:pt x="18579" y="1289"/>
                    <a:pt x="15469" y="1"/>
                    <a:pt x="12226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1743480" y="4115160"/>
              <a:ext cx="623880" cy="339120"/>
            </a:xfrm>
            <a:custGeom>
              <a:rect b="b" l="l" r="r" t="t"/>
              <a:pathLst>
                <a:path extrusionOk="0" h="4552" w="8362">
                  <a:moveTo>
                    <a:pt x="1" y="0"/>
                  </a:moveTo>
                  <a:lnTo>
                    <a:pt x="1" y="0"/>
                  </a:lnTo>
                  <a:cubicBezTo>
                    <a:pt x="207" y="303"/>
                    <a:pt x="434" y="591"/>
                    <a:pt x="675" y="859"/>
                  </a:cubicBezTo>
                  <a:cubicBezTo>
                    <a:pt x="1389" y="1658"/>
                    <a:pt x="2226" y="2348"/>
                    <a:pt x="3120" y="2939"/>
                  </a:cubicBezTo>
                  <a:cubicBezTo>
                    <a:pt x="3544" y="3218"/>
                    <a:pt x="3982" y="3489"/>
                    <a:pt x="4444" y="3705"/>
                  </a:cubicBezTo>
                  <a:cubicBezTo>
                    <a:pt x="5041" y="3986"/>
                    <a:pt x="5675" y="4187"/>
                    <a:pt x="6321" y="4318"/>
                  </a:cubicBezTo>
                  <a:cubicBezTo>
                    <a:pt x="6995" y="4458"/>
                    <a:pt x="7676" y="4519"/>
                    <a:pt x="8361" y="4552"/>
                  </a:cubicBezTo>
                  <a:cubicBezTo>
                    <a:pt x="6356" y="2035"/>
                    <a:pt x="3382" y="329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1353240" y="4125240"/>
              <a:ext cx="1158120" cy="585000"/>
            </a:xfrm>
            <a:custGeom>
              <a:rect b="b" l="l" r="r" t="t"/>
              <a:pathLst>
                <a:path extrusionOk="0" h="7843" w="15516">
                  <a:moveTo>
                    <a:pt x="1888" y="0"/>
                  </a:moveTo>
                  <a:cubicBezTo>
                    <a:pt x="1240" y="116"/>
                    <a:pt x="610" y="282"/>
                    <a:pt x="1" y="494"/>
                  </a:cubicBezTo>
                  <a:cubicBezTo>
                    <a:pt x="1003" y="1837"/>
                    <a:pt x="2199" y="3036"/>
                    <a:pt x="3537" y="4042"/>
                  </a:cubicBezTo>
                  <a:cubicBezTo>
                    <a:pt x="5003" y="5144"/>
                    <a:pt x="6638" y="6026"/>
                    <a:pt x="8379" y="6606"/>
                  </a:cubicBezTo>
                  <a:cubicBezTo>
                    <a:pt x="10102" y="7181"/>
                    <a:pt x="11912" y="7432"/>
                    <a:pt x="13712" y="7641"/>
                  </a:cubicBezTo>
                  <a:cubicBezTo>
                    <a:pt x="14311" y="7710"/>
                    <a:pt x="14915" y="7775"/>
                    <a:pt x="15515" y="7842"/>
                  </a:cubicBezTo>
                  <a:cubicBezTo>
                    <a:pt x="15356" y="7406"/>
                    <a:pt x="15172" y="6979"/>
                    <a:pt x="14966" y="6566"/>
                  </a:cubicBezTo>
                  <a:cubicBezTo>
                    <a:pt x="14857" y="6580"/>
                    <a:pt x="14749" y="6592"/>
                    <a:pt x="14640" y="6603"/>
                  </a:cubicBezTo>
                  <a:cubicBezTo>
                    <a:pt x="14129" y="6653"/>
                    <a:pt x="13616" y="6680"/>
                    <a:pt x="13105" y="6680"/>
                  </a:cubicBezTo>
                  <a:cubicBezTo>
                    <a:pt x="11998" y="6680"/>
                    <a:pt x="10897" y="6555"/>
                    <a:pt x="9819" y="6272"/>
                  </a:cubicBezTo>
                  <a:cubicBezTo>
                    <a:pt x="9095" y="6082"/>
                    <a:pt x="8374" y="5844"/>
                    <a:pt x="7721" y="5469"/>
                  </a:cubicBezTo>
                  <a:cubicBezTo>
                    <a:pt x="7191" y="5163"/>
                    <a:pt x="6705" y="4781"/>
                    <a:pt x="6256" y="4366"/>
                  </a:cubicBezTo>
                  <a:cubicBezTo>
                    <a:pt x="5345" y="3520"/>
                    <a:pt x="4584" y="2534"/>
                    <a:pt x="3742" y="1624"/>
                  </a:cubicBezTo>
                  <a:cubicBezTo>
                    <a:pt x="3183" y="1020"/>
                    <a:pt x="2576" y="447"/>
                    <a:pt x="1888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978120" y="4291200"/>
              <a:ext cx="1589040" cy="789480"/>
            </a:xfrm>
            <a:custGeom>
              <a:rect b="b" l="l" r="r" t="t"/>
              <a:pathLst>
                <a:path extrusionOk="0" h="10578" w="21284">
                  <a:moveTo>
                    <a:pt x="1772" y="1"/>
                  </a:moveTo>
                  <a:cubicBezTo>
                    <a:pt x="1131" y="479"/>
                    <a:pt x="535" y="1016"/>
                    <a:pt x="0" y="1610"/>
                  </a:cubicBezTo>
                  <a:cubicBezTo>
                    <a:pt x="1921" y="2134"/>
                    <a:pt x="3936" y="2330"/>
                    <a:pt x="5774" y="3131"/>
                  </a:cubicBezTo>
                  <a:cubicBezTo>
                    <a:pt x="6648" y="3512"/>
                    <a:pt x="7479" y="4026"/>
                    <a:pt x="8221" y="4621"/>
                  </a:cubicBezTo>
                  <a:cubicBezTo>
                    <a:pt x="8945" y="5202"/>
                    <a:pt x="9600" y="5860"/>
                    <a:pt x="10268" y="6501"/>
                  </a:cubicBezTo>
                  <a:cubicBezTo>
                    <a:pt x="10940" y="7145"/>
                    <a:pt x="11631" y="7783"/>
                    <a:pt x="12414" y="8295"/>
                  </a:cubicBezTo>
                  <a:cubicBezTo>
                    <a:pt x="13236" y="8833"/>
                    <a:pt x="14136" y="9263"/>
                    <a:pt x="15062" y="9590"/>
                  </a:cubicBezTo>
                  <a:cubicBezTo>
                    <a:pt x="16932" y="10251"/>
                    <a:pt x="18918" y="10490"/>
                    <a:pt x="20890" y="10567"/>
                  </a:cubicBezTo>
                  <a:cubicBezTo>
                    <a:pt x="21012" y="10572"/>
                    <a:pt x="21137" y="10574"/>
                    <a:pt x="21261" y="10577"/>
                  </a:cubicBezTo>
                  <a:cubicBezTo>
                    <a:pt x="21276" y="10325"/>
                    <a:pt x="21284" y="10070"/>
                    <a:pt x="21284" y="9813"/>
                  </a:cubicBezTo>
                  <a:cubicBezTo>
                    <a:pt x="21284" y="9585"/>
                    <a:pt x="21276" y="9358"/>
                    <a:pt x="21264" y="9133"/>
                  </a:cubicBezTo>
                  <a:cubicBezTo>
                    <a:pt x="20770" y="9239"/>
                    <a:pt x="20265" y="9310"/>
                    <a:pt x="19757" y="9335"/>
                  </a:cubicBezTo>
                  <a:cubicBezTo>
                    <a:pt x="19582" y="9344"/>
                    <a:pt x="19407" y="9349"/>
                    <a:pt x="19232" y="9349"/>
                  </a:cubicBezTo>
                  <a:cubicBezTo>
                    <a:pt x="17727" y="9349"/>
                    <a:pt x="16222" y="9027"/>
                    <a:pt x="14832" y="8461"/>
                  </a:cubicBezTo>
                  <a:cubicBezTo>
                    <a:pt x="14055" y="8145"/>
                    <a:pt x="13310" y="7755"/>
                    <a:pt x="12614" y="7290"/>
                  </a:cubicBezTo>
                  <a:cubicBezTo>
                    <a:pt x="11912" y="6821"/>
                    <a:pt x="11280" y="6274"/>
                    <a:pt x="10678" y="5684"/>
                  </a:cubicBezTo>
                  <a:cubicBezTo>
                    <a:pt x="9300" y="4333"/>
                    <a:pt x="8114" y="2767"/>
                    <a:pt x="6507" y="1665"/>
                  </a:cubicBezTo>
                  <a:cubicBezTo>
                    <a:pt x="5626" y="1061"/>
                    <a:pt x="4647" y="675"/>
                    <a:pt x="3615" y="411"/>
                  </a:cubicBezTo>
                  <a:cubicBezTo>
                    <a:pt x="3004" y="255"/>
                    <a:pt x="2388" y="132"/>
                    <a:pt x="1772" y="1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843840" y="4554360"/>
              <a:ext cx="1691280" cy="797400"/>
            </a:xfrm>
            <a:custGeom>
              <a:rect b="b" l="l" r="r" t="t"/>
              <a:pathLst>
                <a:path extrusionOk="0" h="10685" w="22654">
                  <a:moveTo>
                    <a:pt x="374" y="0"/>
                  </a:moveTo>
                  <a:cubicBezTo>
                    <a:pt x="243" y="219"/>
                    <a:pt x="118" y="441"/>
                    <a:pt x="1" y="668"/>
                  </a:cubicBezTo>
                  <a:cubicBezTo>
                    <a:pt x="844" y="2434"/>
                    <a:pt x="2218" y="3935"/>
                    <a:pt x="3788" y="5098"/>
                  </a:cubicBezTo>
                  <a:cubicBezTo>
                    <a:pt x="5787" y="6578"/>
                    <a:pt x="8151" y="7623"/>
                    <a:pt x="10600" y="8075"/>
                  </a:cubicBezTo>
                  <a:cubicBezTo>
                    <a:pt x="11843" y="8303"/>
                    <a:pt x="13105" y="8437"/>
                    <a:pt x="14355" y="8622"/>
                  </a:cubicBezTo>
                  <a:cubicBezTo>
                    <a:pt x="15554" y="8800"/>
                    <a:pt x="16750" y="8997"/>
                    <a:pt x="17933" y="9259"/>
                  </a:cubicBezTo>
                  <a:cubicBezTo>
                    <a:pt x="19420" y="9588"/>
                    <a:pt x="20890" y="10033"/>
                    <a:pt x="22264" y="10685"/>
                  </a:cubicBezTo>
                  <a:cubicBezTo>
                    <a:pt x="22415" y="10295"/>
                    <a:pt x="22543" y="9893"/>
                    <a:pt x="22653" y="9485"/>
                  </a:cubicBezTo>
                  <a:cubicBezTo>
                    <a:pt x="22368" y="9302"/>
                    <a:pt x="22074" y="9125"/>
                    <a:pt x="21776" y="8957"/>
                  </a:cubicBezTo>
                  <a:cubicBezTo>
                    <a:pt x="20658" y="8329"/>
                    <a:pt x="19463" y="7814"/>
                    <a:pt x="18207" y="7537"/>
                  </a:cubicBezTo>
                  <a:cubicBezTo>
                    <a:pt x="17243" y="7323"/>
                    <a:pt x="16265" y="7171"/>
                    <a:pt x="15286" y="7047"/>
                  </a:cubicBezTo>
                  <a:cubicBezTo>
                    <a:pt x="13262" y="6789"/>
                    <a:pt x="11224" y="6627"/>
                    <a:pt x="9216" y="6253"/>
                  </a:cubicBezTo>
                  <a:cubicBezTo>
                    <a:pt x="7308" y="5898"/>
                    <a:pt x="5383" y="5343"/>
                    <a:pt x="3754" y="4254"/>
                  </a:cubicBezTo>
                  <a:cubicBezTo>
                    <a:pt x="2942" y="3712"/>
                    <a:pt x="2225" y="3043"/>
                    <a:pt x="1634" y="2267"/>
                  </a:cubicBezTo>
                  <a:cubicBezTo>
                    <a:pt x="1107" y="1575"/>
                    <a:pt x="695" y="807"/>
                    <a:pt x="374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747360" y="4854600"/>
              <a:ext cx="1612440" cy="917640"/>
            </a:xfrm>
            <a:custGeom>
              <a:rect b="b" l="l" r="r" t="t"/>
              <a:pathLst>
                <a:path extrusionOk="0" h="12294" w="21597">
                  <a:moveTo>
                    <a:pt x="137" y="0"/>
                  </a:moveTo>
                  <a:cubicBezTo>
                    <a:pt x="79" y="304"/>
                    <a:pt x="36" y="613"/>
                    <a:pt x="1" y="925"/>
                  </a:cubicBezTo>
                  <a:cubicBezTo>
                    <a:pt x="861" y="1109"/>
                    <a:pt x="1680" y="1459"/>
                    <a:pt x="2418" y="1936"/>
                  </a:cubicBezTo>
                  <a:cubicBezTo>
                    <a:pt x="3199" y="2442"/>
                    <a:pt x="3891" y="3073"/>
                    <a:pt x="4529" y="3747"/>
                  </a:cubicBezTo>
                  <a:cubicBezTo>
                    <a:pt x="5876" y="5169"/>
                    <a:pt x="7007" y="6787"/>
                    <a:pt x="8430" y="8137"/>
                  </a:cubicBezTo>
                  <a:cubicBezTo>
                    <a:pt x="9911" y="9542"/>
                    <a:pt x="11747" y="10561"/>
                    <a:pt x="13663" y="11240"/>
                  </a:cubicBezTo>
                  <a:cubicBezTo>
                    <a:pt x="15423" y="11864"/>
                    <a:pt x="17280" y="12215"/>
                    <a:pt x="19147" y="12294"/>
                  </a:cubicBezTo>
                  <a:cubicBezTo>
                    <a:pt x="20063" y="11653"/>
                    <a:pt x="20888" y="10889"/>
                    <a:pt x="21596" y="10026"/>
                  </a:cubicBezTo>
                  <a:lnTo>
                    <a:pt x="21596" y="10026"/>
                  </a:lnTo>
                  <a:cubicBezTo>
                    <a:pt x="21399" y="10063"/>
                    <a:pt x="21204" y="10095"/>
                    <a:pt x="21006" y="10122"/>
                  </a:cubicBezTo>
                  <a:cubicBezTo>
                    <a:pt x="20555" y="10184"/>
                    <a:pt x="20106" y="10215"/>
                    <a:pt x="19658" y="10215"/>
                  </a:cubicBezTo>
                  <a:cubicBezTo>
                    <a:pt x="19022" y="10215"/>
                    <a:pt x="18389" y="10153"/>
                    <a:pt x="17755" y="10026"/>
                  </a:cubicBezTo>
                  <a:cubicBezTo>
                    <a:pt x="16674" y="9809"/>
                    <a:pt x="15615" y="9498"/>
                    <a:pt x="14579" y="9120"/>
                  </a:cubicBezTo>
                  <a:cubicBezTo>
                    <a:pt x="12484" y="8355"/>
                    <a:pt x="10461" y="7322"/>
                    <a:pt x="8663" y="5997"/>
                  </a:cubicBezTo>
                  <a:cubicBezTo>
                    <a:pt x="7114" y="4855"/>
                    <a:pt x="5806" y="3438"/>
                    <a:pt x="4336" y="2205"/>
                  </a:cubicBezTo>
                  <a:cubicBezTo>
                    <a:pt x="3641" y="1621"/>
                    <a:pt x="2902" y="1086"/>
                    <a:pt x="2089" y="676"/>
                  </a:cubicBezTo>
                  <a:cubicBezTo>
                    <a:pt x="1471" y="365"/>
                    <a:pt x="813" y="140"/>
                    <a:pt x="137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811080" y="5373720"/>
              <a:ext cx="1075320" cy="562320"/>
            </a:xfrm>
            <a:custGeom>
              <a:rect b="b" l="l" r="r" t="t"/>
              <a:pathLst>
                <a:path extrusionOk="0" h="7541" w="14407">
                  <a:moveTo>
                    <a:pt x="1" y="0"/>
                  </a:moveTo>
                  <a:lnTo>
                    <a:pt x="1" y="0"/>
                  </a:lnTo>
                  <a:cubicBezTo>
                    <a:pt x="348" y="834"/>
                    <a:pt x="784" y="1620"/>
                    <a:pt x="1297" y="2349"/>
                  </a:cubicBezTo>
                  <a:cubicBezTo>
                    <a:pt x="2205" y="2658"/>
                    <a:pt x="3126" y="2923"/>
                    <a:pt x="4038" y="3221"/>
                  </a:cubicBezTo>
                  <a:cubicBezTo>
                    <a:pt x="5220" y="3605"/>
                    <a:pt x="6376" y="4066"/>
                    <a:pt x="7443" y="4708"/>
                  </a:cubicBezTo>
                  <a:cubicBezTo>
                    <a:pt x="7971" y="5026"/>
                    <a:pt x="8453" y="5409"/>
                    <a:pt x="8931" y="5797"/>
                  </a:cubicBezTo>
                  <a:cubicBezTo>
                    <a:pt x="9405" y="6183"/>
                    <a:pt x="9865" y="6587"/>
                    <a:pt x="10297" y="7021"/>
                  </a:cubicBezTo>
                  <a:cubicBezTo>
                    <a:pt x="10462" y="7186"/>
                    <a:pt x="10620" y="7356"/>
                    <a:pt x="10774" y="7529"/>
                  </a:cubicBezTo>
                  <a:cubicBezTo>
                    <a:pt x="10947" y="7538"/>
                    <a:pt x="11122" y="7541"/>
                    <a:pt x="11295" y="7541"/>
                  </a:cubicBezTo>
                  <a:cubicBezTo>
                    <a:pt x="12371" y="7541"/>
                    <a:pt x="13414" y="7402"/>
                    <a:pt x="14407" y="7140"/>
                  </a:cubicBezTo>
                  <a:cubicBezTo>
                    <a:pt x="13669" y="6379"/>
                    <a:pt x="12866" y="5686"/>
                    <a:pt x="11981" y="5100"/>
                  </a:cubicBezTo>
                  <a:cubicBezTo>
                    <a:pt x="11243" y="4612"/>
                    <a:pt x="10453" y="4195"/>
                    <a:pt x="9623" y="3886"/>
                  </a:cubicBezTo>
                  <a:cubicBezTo>
                    <a:pt x="8803" y="3583"/>
                    <a:pt x="7966" y="3325"/>
                    <a:pt x="7128" y="3080"/>
                  </a:cubicBezTo>
                  <a:cubicBezTo>
                    <a:pt x="5519" y="2609"/>
                    <a:pt x="3890" y="2176"/>
                    <a:pt x="2367" y="1467"/>
                  </a:cubicBezTo>
                  <a:cubicBezTo>
                    <a:pt x="1517" y="1070"/>
                    <a:pt x="723" y="579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1624680" y="4504320"/>
              <a:ext cx="96120" cy="84240"/>
            </a:xfrm>
            <a:custGeom>
              <a:rect b="b" l="l" r="r" t="t"/>
              <a:pathLst>
                <a:path extrusionOk="0" h="1136" w="1295">
                  <a:moveTo>
                    <a:pt x="648" y="0"/>
                  </a:moveTo>
                  <a:cubicBezTo>
                    <a:pt x="565" y="0"/>
                    <a:pt x="480" y="19"/>
                    <a:pt x="401" y="57"/>
                  </a:cubicBezTo>
                  <a:cubicBezTo>
                    <a:pt x="118" y="193"/>
                    <a:pt x="1" y="532"/>
                    <a:pt x="137" y="815"/>
                  </a:cubicBezTo>
                  <a:cubicBezTo>
                    <a:pt x="234" y="1018"/>
                    <a:pt x="436" y="1135"/>
                    <a:pt x="647" y="1135"/>
                  </a:cubicBezTo>
                  <a:cubicBezTo>
                    <a:pt x="729" y="1135"/>
                    <a:pt x="814" y="1117"/>
                    <a:pt x="894" y="1079"/>
                  </a:cubicBezTo>
                  <a:cubicBezTo>
                    <a:pt x="1175" y="943"/>
                    <a:pt x="1295" y="602"/>
                    <a:pt x="1158" y="321"/>
                  </a:cubicBezTo>
                  <a:cubicBezTo>
                    <a:pt x="1061" y="118"/>
                    <a:pt x="859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475" lIns="90000" spcFirstLastPara="1" rIns="90000" wrap="square" tIns="4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1597680" y="4638600"/>
              <a:ext cx="163080" cy="142920"/>
            </a:xfrm>
            <a:custGeom>
              <a:rect b="b" l="l" r="r" t="t"/>
              <a:pathLst>
                <a:path extrusionOk="0" h="1923" w="2193">
                  <a:moveTo>
                    <a:pt x="1096" y="0"/>
                  </a:moveTo>
                  <a:cubicBezTo>
                    <a:pt x="956" y="0"/>
                    <a:pt x="814" y="31"/>
                    <a:pt x="680" y="96"/>
                  </a:cubicBezTo>
                  <a:cubicBezTo>
                    <a:pt x="202" y="326"/>
                    <a:pt x="0" y="901"/>
                    <a:pt x="232" y="1379"/>
                  </a:cubicBezTo>
                  <a:cubicBezTo>
                    <a:pt x="397" y="1722"/>
                    <a:pt x="740" y="1923"/>
                    <a:pt x="1097" y="1923"/>
                  </a:cubicBezTo>
                  <a:cubicBezTo>
                    <a:pt x="1237" y="1923"/>
                    <a:pt x="1380" y="1892"/>
                    <a:pt x="1514" y="1827"/>
                  </a:cubicBezTo>
                  <a:cubicBezTo>
                    <a:pt x="1992" y="1596"/>
                    <a:pt x="2192" y="1022"/>
                    <a:pt x="1962" y="544"/>
                  </a:cubicBezTo>
                  <a:cubicBezTo>
                    <a:pt x="1797" y="201"/>
                    <a:pt x="1453" y="0"/>
                    <a:pt x="1096" y="0"/>
                  </a:cubicBezTo>
                  <a:close/>
                </a:path>
              </a:pathLst>
            </a:custGeom>
            <a:solidFill>
              <a:srgbClr val="FDE2E7"/>
            </a:solidFill>
            <a:ln>
              <a:noFill/>
            </a:ln>
          </p:spPr>
          <p:txBody>
            <a:bodyPr anchorCtr="0" anchor="ctr" bIns="71625" lIns="90000" spcFirstLastPara="1" rIns="90000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1883160" y="4379760"/>
              <a:ext cx="96120" cy="84240"/>
            </a:xfrm>
            <a:custGeom>
              <a:rect b="b" l="l" r="r" t="t"/>
              <a:pathLst>
                <a:path extrusionOk="0" h="1136" w="1295">
                  <a:moveTo>
                    <a:pt x="647" y="1"/>
                  </a:moveTo>
                  <a:cubicBezTo>
                    <a:pt x="564" y="1"/>
                    <a:pt x="480" y="19"/>
                    <a:pt x="400" y="57"/>
                  </a:cubicBezTo>
                  <a:cubicBezTo>
                    <a:pt x="120" y="193"/>
                    <a:pt x="0" y="533"/>
                    <a:pt x="137" y="815"/>
                  </a:cubicBezTo>
                  <a:cubicBezTo>
                    <a:pt x="234" y="1018"/>
                    <a:pt x="436" y="1136"/>
                    <a:pt x="647" y="1136"/>
                  </a:cubicBezTo>
                  <a:cubicBezTo>
                    <a:pt x="730" y="1136"/>
                    <a:pt x="815" y="1117"/>
                    <a:pt x="895" y="1079"/>
                  </a:cubicBezTo>
                  <a:cubicBezTo>
                    <a:pt x="1175" y="943"/>
                    <a:pt x="1294" y="604"/>
                    <a:pt x="1158" y="321"/>
                  </a:cubicBezTo>
                  <a:cubicBezTo>
                    <a:pt x="1061" y="119"/>
                    <a:pt x="858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475" lIns="90000" spcFirstLastPara="1" rIns="90000" wrap="square" tIns="4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1973520" y="4457160"/>
              <a:ext cx="163080" cy="142920"/>
            </a:xfrm>
            <a:custGeom>
              <a:rect b="b" l="l" r="r" t="t"/>
              <a:pathLst>
                <a:path extrusionOk="0" h="1923" w="2192">
                  <a:moveTo>
                    <a:pt x="1095" y="0"/>
                  </a:moveTo>
                  <a:cubicBezTo>
                    <a:pt x="955" y="0"/>
                    <a:pt x="813" y="31"/>
                    <a:pt x="679" y="95"/>
                  </a:cubicBezTo>
                  <a:cubicBezTo>
                    <a:pt x="201" y="326"/>
                    <a:pt x="1" y="900"/>
                    <a:pt x="231" y="1378"/>
                  </a:cubicBezTo>
                  <a:cubicBezTo>
                    <a:pt x="396" y="1722"/>
                    <a:pt x="739" y="1922"/>
                    <a:pt x="1096" y="1922"/>
                  </a:cubicBezTo>
                  <a:cubicBezTo>
                    <a:pt x="1236" y="1922"/>
                    <a:pt x="1379" y="1891"/>
                    <a:pt x="1513" y="1826"/>
                  </a:cubicBezTo>
                  <a:cubicBezTo>
                    <a:pt x="1991" y="1596"/>
                    <a:pt x="2192" y="1021"/>
                    <a:pt x="1961" y="543"/>
                  </a:cubicBezTo>
                  <a:cubicBezTo>
                    <a:pt x="1796" y="200"/>
                    <a:pt x="1452" y="0"/>
                    <a:pt x="1095" y="0"/>
                  </a:cubicBezTo>
                  <a:close/>
                </a:path>
              </a:pathLst>
            </a:custGeom>
            <a:solidFill>
              <a:srgbClr val="FDE2E7"/>
            </a:solidFill>
            <a:ln>
              <a:noFill/>
            </a:ln>
          </p:spPr>
          <p:txBody>
            <a:bodyPr anchorCtr="0" anchor="ctr" bIns="71625" lIns="90000" spcFirstLastPara="1" rIns="90000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1769400" y="4488480"/>
              <a:ext cx="153360" cy="120240"/>
            </a:xfrm>
            <a:custGeom>
              <a:rect b="b" l="l" r="r" t="t"/>
              <a:pathLst>
                <a:path extrusionOk="0" h="1618" w="2063">
                  <a:moveTo>
                    <a:pt x="1720" y="0"/>
                  </a:moveTo>
                  <a:cubicBezTo>
                    <a:pt x="1696" y="0"/>
                    <a:pt x="1670" y="6"/>
                    <a:pt x="1647" y="20"/>
                  </a:cubicBezTo>
                  <a:cubicBezTo>
                    <a:pt x="1575" y="60"/>
                    <a:pt x="1550" y="151"/>
                    <a:pt x="1591" y="222"/>
                  </a:cubicBezTo>
                  <a:cubicBezTo>
                    <a:pt x="1592" y="225"/>
                    <a:pt x="1741" y="502"/>
                    <a:pt x="1664" y="780"/>
                  </a:cubicBezTo>
                  <a:cubicBezTo>
                    <a:pt x="1617" y="946"/>
                    <a:pt x="1493" y="1085"/>
                    <a:pt x="1300" y="1194"/>
                  </a:cubicBezTo>
                  <a:cubicBezTo>
                    <a:pt x="1150" y="1278"/>
                    <a:pt x="1009" y="1320"/>
                    <a:pt x="880" y="1320"/>
                  </a:cubicBezTo>
                  <a:cubicBezTo>
                    <a:pt x="822" y="1320"/>
                    <a:pt x="766" y="1312"/>
                    <a:pt x="713" y="1295"/>
                  </a:cubicBezTo>
                  <a:cubicBezTo>
                    <a:pt x="444" y="1211"/>
                    <a:pt x="307" y="939"/>
                    <a:pt x="304" y="934"/>
                  </a:cubicBezTo>
                  <a:cubicBezTo>
                    <a:pt x="278" y="880"/>
                    <a:pt x="225" y="850"/>
                    <a:pt x="170" y="850"/>
                  </a:cubicBezTo>
                  <a:cubicBezTo>
                    <a:pt x="148" y="850"/>
                    <a:pt x="126" y="854"/>
                    <a:pt x="105" y="865"/>
                  </a:cubicBezTo>
                  <a:cubicBezTo>
                    <a:pt x="31" y="900"/>
                    <a:pt x="0" y="989"/>
                    <a:pt x="36" y="1063"/>
                  </a:cubicBezTo>
                  <a:cubicBezTo>
                    <a:pt x="42" y="1079"/>
                    <a:pt x="226" y="1454"/>
                    <a:pt x="621" y="1577"/>
                  </a:cubicBezTo>
                  <a:cubicBezTo>
                    <a:pt x="705" y="1604"/>
                    <a:pt x="791" y="1617"/>
                    <a:pt x="880" y="1617"/>
                  </a:cubicBezTo>
                  <a:cubicBezTo>
                    <a:pt x="1061" y="1617"/>
                    <a:pt x="1249" y="1562"/>
                    <a:pt x="1445" y="1455"/>
                  </a:cubicBezTo>
                  <a:cubicBezTo>
                    <a:pt x="1712" y="1305"/>
                    <a:pt x="1881" y="1105"/>
                    <a:pt x="1951" y="859"/>
                  </a:cubicBezTo>
                  <a:cubicBezTo>
                    <a:pt x="2063" y="459"/>
                    <a:pt x="1859" y="91"/>
                    <a:pt x="1849" y="75"/>
                  </a:cubicBezTo>
                  <a:cubicBezTo>
                    <a:pt x="1822" y="27"/>
                    <a:pt x="1772" y="0"/>
                    <a:pt x="1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1"/>
          <p:cNvGrpSpPr/>
          <p:nvPr/>
        </p:nvGrpSpPr>
        <p:grpSpPr>
          <a:xfrm>
            <a:off x="7213320" y="505440"/>
            <a:ext cx="1490040" cy="934560"/>
            <a:chOff x="7213320" y="505440"/>
            <a:chExt cx="1490040" cy="934560"/>
          </a:xfrm>
        </p:grpSpPr>
        <p:sp>
          <p:nvSpPr>
            <p:cNvPr id="287" name="Google Shape;287;p1"/>
            <p:cNvSpPr/>
            <p:nvPr/>
          </p:nvSpPr>
          <p:spPr>
            <a:xfrm>
              <a:off x="7217640" y="795960"/>
              <a:ext cx="1480320" cy="644040"/>
            </a:xfrm>
            <a:custGeom>
              <a:rect b="b" l="l" r="r" t="t"/>
              <a:pathLst>
                <a:path extrusionOk="0" h="5307" w="12192">
                  <a:moveTo>
                    <a:pt x="3393" y="0"/>
                  </a:moveTo>
                  <a:cubicBezTo>
                    <a:pt x="1110" y="0"/>
                    <a:pt x="124" y="795"/>
                    <a:pt x="124" y="795"/>
                  </a:cubicBezTo>
                  <a:cubicBezTo>
                    <a:pt x="124" y="795"/>
                    <a:pt x="0" y="3363"/>
                    <a:pt x="4807" y="4842"/>
                  </a:cubicBezTo>
                  <a:cubicBezTo>
                    <a:pt x="5896" y="5177"/>
                    <a:pt x="6870" y="5306"/>
                    <a:pt x="7725" y="5306"/>
                  </a:cubicBezTo>
                  <a:cubicBezTo>
                    <a:pt x="10649" y="5306"/>
                    <a:pt x="12192" y="3795"/>
                    <a:pt x="12192" y="3795"/>
                  </a:cubicBezTo>
                  <a:cubicBezTo>
                    <a:pt x="12192" y="3795"/>
                    <a:pt x="10801" y="1440"/>
                    <a:pt x="6375" y="383"/>
                  </a:cubicBezTo>
                  <a:cubicBezTo>
                    <a:pt x="5203" y="103"/>
                    <a:pt x="4214" y="0"/>
                    <a:pt x="3393" y="0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7572240" y="514080"/>
              <a:ext cx="891720" cy="563040"/>
            </a:xfrm>
            <a:custGeom>
              <a:rect b="b" l="l" r="r" t="t"/>
              <a:pathLst>
                <a:path extrusionOk="0" h="4642" w="7346">
                  <a:moveTo>
                    <a:pt x="3290" y="1"/>
                  </a:moveTo>
                  <a:cubicBezTo>
                    <a:pt x="565" y="1"/>
                    <a:pt x="1" y="3058"/>
                    <a:pt x="1" y="3058"/>
                  </a:cubicBezTo>
                  <a:cubicBezTo>
                    <a:pt x="1" y="3058"/>
                    <a:pt x="651" y="3860"/>
                    <a:pt x="2796" y="4368"/>
                  </a:cubicBezTo>
                  <a:cubicBezTo>
                    <a:pt x="3664" y="4574"/>
                    <a:pt x="4335" y="4641"/>
                    <a:pt x="4842" y="4641"/>
                  </a:cubicBezTo>
                  <a:cubicBezTo>
                    <a:pt x="5802" y="4641"/>
                    <a:pt x="6173" y="4400"/>
                    <a:pt x="6173" y="4400"/>
                  </a:cubicBezTo>
                  <a:cubicBezTo>
                    <a:pt x="6173" y="4400"/>
                    <a:pt x="7346" y="652"/>
                    <a:pt x="4004" y="66"/>
                  </a:cubicBezTo>
                  <a:cubicBezTo>
                    <a:pt x="3751" y="21"/>
                    <a:pt x="3513" y="1"/>
                    <a:pt x="3290" y="1"/>
                  </a:cubicBezTo>
                  <a:close/>
                </a:path>
              </a:pathLst>
            </a:custGeom>
            <a:solidFill>
              <a:srgbClr val="9FEBE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7217640" y="885960"/>
              <a:ext cx="1456920" cy="554040"/>
            </a:xfrm>
            <a:custGeom>
              <a:rect b="b" l="l" r="r" t="t"/>
              <a:pathLst>
                <a:path extrusionOk="0" h="4566" w="11998">
                  <a:moveTo>
                    <a:pt x="197" y="1"/>
                  </a:moveTo>
                  <a:cubicBezTo>
                    <a:pt x="149" y="34"/>
                    <a:pt x="124" y="53"/>
                    <a:pt x="124" y="53"/>
                  </a:cubicBezTo>
                  <a:cubicBezTo>
                    <a:pt x="124" y="53"/>
                    <a:pt x="0" y="2624"/>
                    <a:pt x="4807" y="4101"/>
                  </a:cubicBezTo>
                  <a:cubicBezTo>
                    <a:pt x="5896" y="4436"/>
                    <a:pt x="6869" y="4565"/>
                    <a:pt x="7725" y="4565"/>
                  </a:cubicBezTo>
                  <a:cubicBezTo>
                    <a:pt x="10047" y="4565"/>
                    <a:pt x="11498" y="3612"/>
                    <a:pt x="11997" y="3220"/>
                  </a:cubicBezTo>
                  <a:lnTo>
                    <a:pt x="11997" y="3220"/>
                  </a:lnTo>
                  <a:cubicBezTo>
                    <a:pt x="11857" y="3232"/>
                    <a:pt x="11607" y="3243"/>
                    <a:pt x="11266" y="3243"/>
                  </a:cubicBezTo>
                  <a:cubicBezTo>
                    <a:pt x="10190" y="3243"/>
                    <a:pt x="8202" y="3127"/>
                    <a:pt x="5850" y="2525"/>
                  </a:cubicBezTo>
                  <a:cubicBezTo>
                    <a:pt x="2228" y="1596"/>
                    <a:pt x="655" y="470"/>
                    <a:pt x="197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7303680" y="891000"/>
              <a:ext cx="144000" cy="131040"/>
            </a:xfrm>
            <a:custGeom>
              <a:rect b="b" l="l" r="r" t="t"/>
              <a:pathLst>
                <a:path extrusionOk="0" h="1084" w="1191">
                  <a:moveTo>
                    <a:pt x="596" y="0"/>
                  </a:moveTo>
                  <a:cubicBezTo>
                    <a:pt x="457" y="0"/>
                    <a:pt x="318" y="53"/>
                    <a:pt x="212" y="159"/>
                  </a:cubicBezTo>
                  <a:cubicBezTo>
                    <a:pt x="1" y="370"/>
                    <a:pt x="1" y="714"/>
                    <a:pt x="212" y="925"/>
                  </a:cubicBezTo>
                  <a:cubicBezTo>
                    <a:pt x="318" y="1031"/>
                    <a:pt x="457" y="1084"/>
                    <a:pt x="596" y="1084"/>
                  </a:cubicBezTo>
                  <a:cubicBezTo>
                    <a:pt x="734" y="1084"/>
                    <a:pt x="873" y="1031"/>
                    <a:pt x="979" y="925"/>
                  </a:cubicBezTo>
                  <a:cubicBezTo>
                    <a:pt x="1190" y="714"/>
                    <a:pt x="1190" y="370"/>
                    <a:pt x="979" y="159"/>
                  </a:cubicBezTo>
                  <a:cubicBezTo>
                    <a:pt x="873" y="53"/>
                    <a:pt x="734" y="0"/>
                    <a:pt x="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5875" lIns="90000" spcFirstLastPara="1" rIns="90000" wrap="square" tIns="65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7324920" y="910080"/>
              <a:ext cx="101520" cy="92160"/>
            </a:xfrm>
            <a:custGeom>
              <a:rect b="b" l="l" r="r" t="t"/>
              <a:pathLst>
                <a:path extrusionOk="0" h="766" w="843">
                  <a:moveTo>
                    <a:pt x="421" y="1"/>
                  </a:moveTo>
                  <a:cubicBezTo>
                    <a:pt x="248" y="1"/>
                    <a:pt x="91" y="119"/>
                    <a:pt x="49" y="295"/>
                  </a:cubicBezTo>
                  <a:cubicBezTo>
                    <a:pt x="1" y="500"/>
                    <a:pt x="127" y="707"/>
                    <a:pt x="334" y="756"/>
                  </a:cubicBezTo>
                  <a:cubicBezTo>
                    <a:pt x="363" y="762"/>
                    <a:pt x="393" y="766"/>
                    <a:pt x="421" y="766"/>
                  </a:cubicBezTo>
                  <a:cubicBezTo>
                    <a:pt x="595" y="766"/>
                    <a:pt x="751" y="648"/>
                    <a:pt x="794" y="472"/>
                  </a:cubicBezTo>
                  <a:cubicBezTo>
                    <a:pt x="842" y="266"/>
                    <a:pt x="716" y="59"/>
                    <a:pt x="510" y="11"/>
                  </a:cubicBezTo>
                  <a:cubicBezTo>
                    <a:pt x="480" y="4"/>
                    <a:pt x="450" y="1"/>
                    <a:pt x="42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46425" lIns="90000" spcFirstLastPara="1" rIns="90000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7597800" y="1056960"/>
              <a:ext cx="144000" cy="131040"/>
            </a:xfrm>
            <a:custGeom>
              <a:rect b="b" l="l" r="r" t="t"/>
              <a:pathLst>
                <a:path extrusionOk="0" h="1085" w="1192">
                  <a:moveTo>
                    <a:pt x="596" y="1"/>
                  </a:moveTo>
                  <a:cubicBezTo>
                    <a:pt x="351" y="1"/>
                    <a:pt x="128" y="169"/>
                    <a:pt x="69" y="417"/>
                  </a:cubicBezTo>
                  <a:cubicBezTo>
                    <a:pt x="0" y="707"/>
                    <a:pt x="180" y="1000"/>
                    <a:pt x="471" y="1070"/>
                  </a:cubicBezTo>
                  <a:cubicBezTo>
                    <a:pt x="513" y="1080"/>
                    <a:pt x="555" y="1084"/>
                    <a:pt x="597" y="1084"/>
                  </a:cubicBezTo>
                  <a:cubicBezTo>
                    <a:pt x="841" y="1084"/>
                    <a:pt x="1063" y="917"/>
                    <a:pt x="1122" y="668"/>
                  </a:cubicBezTo>
                  <a:cubicBezTo>
                    <a:pt x="1192" y="377"/>
                    <a:pt x="1011" y="86"/>
                    <a:pt x="720" y="15"/>
                  </a:cubicBezTo>
                  <a:cubicBezTo>
                    <a:pt x="679" y="6"/>
                    <a:pt x="63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5875" lIns="90000" spcFirstLastPara="1" rIns="90000" wrap="square" tIns="65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7619040" y="1076400"/>
              <a:ext cx="101520" cy="92160"/>
            </a:xfrm>
            <a:custGeom>
              <a:rect b="b" l="l" r="r" t="t"/>
              <a:pathLst>
                <a:path extrusionOk="0" h="766" w="842">
                  <a:moveTo>
                    <a:pt x="421" y="0"/>
                  </a:moveTo>
                  <a:cubicBezTo>
                    <a:pt x="248" y="0"/>
                    <a:pt x="90" y="118"/>
                    <a:pt x="48" y="294"/>
                  </a:cubicBezTo>
                  <a:cubicBezTo>
                    <a:pt x="0" y="499"/>
                    <a:pt x="127" y="707"/>
                    <a:pt x="333" y="755"/>
                  </a:cubicBezTo>
                  <a:cubicBezTo>
                    <a:pt x="363" y="762"/>
                    <a:pt x="393" y="766"/>
                    <a:pt x="423" y="766"/>
                  </a:cubicBezTo>
                  <a:cubicBezTo>
                    <a:pt x="595" y="766"/>
                    <a:pt x="752" y="646"/>
                    <a:pt x="794" y="471"/>
                  </a:cubicBezTo>
                  <a:cubicBezTo>
                    <a:pt x="842" y="266"/>
                    <a:pt x="715" y="59"/>
                    <a:pt x="509" y="10"/>
                  </a:cubicBezTo>
                  <a:cubicBezTo>
                    <a:pt x="479" y="4"/>
                    <a:pt x="450" y="0"/>
                    <a:pt x="421" y="0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46425" lIns="90000" spcFirstLastPara="1" rIns="90000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8021880" y="1176480"/>
              <a:ext cx="144000" cy="131040"/>
            </a:xfrm>
            <a:custGeom>
              <a:rect b="b" l="l" r="r" t="t"/>
              <a:pathLst>
                <a:path extrusionOk="0" h="1084" w="1191">
                  <a:moveTo>
                    <a:pt x="596" y="0"/>
                  </a:moveTo>
                  <a:cubicBezTo>
                    <a:pt x="457" y="0"/>
                    <a:pt x="319" y="53"/>
                    <a:pt x="213" y="159"/>
                  </a:cubicBezTo>
                  <a:cubicBezTo>
                    <a:pt x="0" y="370"/>
                    <a:pt x="0" y="714"/>
                    <a:pt x="213" y="925"/>
                  </a:cubicBezTo>
                  <a:cubicBezTo>
                    <a:pt x="319" y="1031"/>
                    <a:pt x="457" y="1084"/>
                    <a:pt x="596" y="1084"/>
                  </a:cubicBezTo>
                  <a:cubicBezTo>
                    <a:pt x="734" y="1084"/>
                    <a:pt x="872" y="1031"/>
                    <a:pt x="978" y="925"/>
                  </a:cubicBezTo>
                  <a:cubicBezTo>
                    <a:pt x="1191" y="714"/>
                    <a:pt x="1191" y="370"/>
                    <a:pt x="978" y="159"/>
                  </a:cubicBezTo>
                  <a:cubicBezTo>
                    <a:pt x="872" y="53"/>
                    <a:pt x="734" y="0"/>
                    <a:pt x="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5875" lIns="90000" spcFirstLastPara="1" rIns="90000" wrap="square" tIns="65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8043120" y="1195560"/>
              <a:ext cx="101520" cy="92520"/>
            </a:xfrm>
            <a:custGeom>
              <a:rect b="b" l="l" r="r" t="t"/>
              <a:pathLst>
                <a:path extrusionOk="0" h="767" w="842">
                  <a:moveTo>
                    <a:pt x="421" y="0"/>
                  </a:moveTo>
                  <a:cubicBezTo>
                    <a:pt x="248" y="0"/>
                    <a:pt x="91" y="118"/>
                    <a:pt x="48" y="295"/>
                  </a:cubicBezTo>
                  <a:cubicBezTo>
                    <a:pt x="0" y="500"/>
                    <a:pt x="127" y="706"/>
                    <a:pt x="333" y="756"/>
                  </a:cubicBezTo>
                  <a:cubicBezTo>
                    <a:pt x="363" y="763"/>
                    <a:pt x="393" y="766"/>
                    <a:pt x="423" y="766"/>
                  </a:cubicBezTo>
                  <a:cubicBezTo>
                    <a:pt x="596" y="766"/>
                    <a:pt x="752" y="648"/>
                    <a:pt x="794" y="471"/>
                  </a:cubicBezTo>
                  <a:cubicBezTo>
                    <a:pt x="842" y="266"/>
                    <a:pt x="715" y="60"/>
                    <a:pt x="509" y="10"/>
                  </a:cubicBezTo>
                  <a:cubicBezTo>
                    <a:pt x="480" y="3"/>
                    <a:pt x="450" y="0"/>
                    <a:pt x="421" y="0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46425" lIns="90000" spcFirstLastPara="1" rIns="90000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8425440" y="1205640"/>
              <a:ext cx="144000" cy="131040"/>
            </a:xfrm>
            <a:custGeom>
              <a:rect b="b" l="l" r="r" t="t"/>
              <a:pathLst>
                <a:path extrusionOk="0" h="1084" w="1192">
                  <a:moveTo>
                    <a:pt x="595" y="0"/>
                  </a:moveTo>
                  <a:cubicBezTo>
                    <a:pt x="351" y="0"/>
                    <a:pt x="128" y="168"/>
                    <a:pt x="69" y="417"/>
                  </a:cubicBezTo>
                  <a:cubicBezTo>
                    <a:pt x="0" y="707"/>
                    <a:pt x="180" y="999"/>
                    <a:pt x="471" y="1068"/>
                  </a:cubicBezTo>
                  <a:cubicBezTo>
                    <a:pt x="513" y="1078"/>
                    <a:pt x="555" y="1083"/>
                    <a:pt x="596" y="1083"/>
                  </a:cubicBezTo>
                  <a:cubicBezTo>
                    <a:pt x="841" y="1083"/>
                    <a:pt x="1063" y="915"/>
                    <a:pt x="1122" y="666"/>
                  </a:cubicBezTo>
                  <a:cubicBezTo>
                    <a:pt x="1192" y="376"/>
                    <a:pt x="1011" y="84"/>
                    <a:pt x="720" y="15"/>
                  </a:cubicBezTo>
                  <a:cubicBezTo>
                    <a:pt x="679" y="5"/>
                    <a:pt x="637" y="0"/>
                    <a:pt x="5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5875" lIns="90000" spcFirstLastPara="1" rIns="90000" wrap="square" tIns="65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8446680" y="1224720"/>
              <a:ext cx="101520" cy="92520"/>
            </a:xfrm>
            <a:custGeom>
              <a:rect b="b" l="l" r="r" t="t"/>
              <a:pathLst>
                <a:path extrusionOk="0" h="767" w="842">
                  <a:moveTo>
                    <a:pt x="421" y="1"/>
                  </a:moveTo>
                  <a:cubicBezTo>
                    <a:pt x="247" y="1"/>
                    <a:pt x="89" y="119"/>
                    <a:pt x="48" y="296"/>
                  </a:cubicBezTo>
                  <a:cubicBezTo>
                    <a:pt x="0" y="501"/>
                    <a:pt x="127" y="707"/>
                    <a:pt x="332" y="756"/>
                  </a:cubicBezTo>
                  <a:cubicBezTo>
                    <a:pt x="361" y="763"/>
                    <a:pt x="391" y="767"/>
                    <a:pt x="420" y="767"/>
                  </a:cubicBezTo>
                  <a:cubicBezTo>
                    <a:pt x="594" y="767"/>
                    <a:pt x="751" y="648"/>
                    <a:pt x="792" y="472"/>
                  </a:cubicBezTo>
                  <a:cubicBezTo>
                    <a:pt x="842" y="267"/>
                    <a:pt x="714" y="60"/>
                    <a:pt x="509" y="11"/>
                  </a:cubicBezTo>
                  <a:cubicBezTo>
                    <a:pt x="479" y="4"/>
                    <a:pt x="450" y="1"/>
                    <a:pt x="42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46425" lIns="90000" spcFirstLastPara="1" rIns="90000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7585560" y="505440"/>
              <a:ext cx="829800" cy="576360"/>
            </a:xfrm>
            <a:custGeom>
              <a:rect b="b" l="l" r="r" t="t"/>
              <a:pathLst>
                <a:path extrusionOk="0" h="4749" w="6836">
                  <a:moveTo>
                    <a:pt x="3390" y="1"/>
                  </a:moveTo>
                  <a:cubicBezTo>
                    <a:pt x="2900" y="1"/>
                    <a:pt x="2405" y="108"/>
                    <a:pt x="1952" y="313"/>
                  </a:cubicBezTo>
                  <a:cubicBezTo>
                    <a:pt x="1945" y="316"/>
                    <a:pt x="1946" y="328"/>
                    <a:pt x="1954" y="328"/>
                  </a:cubicBezTo>
                  <a:cubicBezTo>
                    <a:pt x="1954" y="328"/>
                    <a:pt x="1955" y="328"/>
                    <a:pt x="1956" y="327"/>
                  </a:cubicBezTo>
                  <a:cubicBezTo>
                    <a:pt x="2387" y="190"/>
                    <a:pt x="2839" y="111"/>
                    <a:pt x="3285" y="111"/>
                  </a:cubicBezTo>
                  <a:cubicBezTo>
                    <a:pt x="4057" y="111"/>
                    <a:pt x="4809" y="349"/>
                    <a:pt x="5391" y="934"/>
                  </a:cubicBezTo>
                  <a:cubicBezTo>
                    <a:pt x="6313" y="1861"/>
                    <a:pt x="6290" y="3224"/>
                    <a:pt x="6049" y="4416"/>
                  </a:cubicBezTo>
                  <a:cubicBezTo>
                    <a:pt x="5629" y="4539"/>
                    <a:pt x="5202" y="4587"/>
                    <a:pt x="4773" y="4587"/>
                  </a:cubicBezTo>
                  <a:cubicBezTo>
                    <a:pt x="4155" y="4587"/>
                    <a:pt x="3533" y="4488"/>
                    <a:pt x="2924" y="4371"/>
                  </a:cubicBezTo>
                  <a:cubicBezTo>
                    <a:pt x="2441" y="4279"/>
                    <a:pt x="1956" y="4164"/>
                    <a:pt x="1491" y="4000"/>
                  </a:cubicBezTo>
                  <a:cubicBezTo>
                    <a:pt x="947" y="3808"/>
                    <a:pt x="497" y="3539"/>
                    <a:pt x="8" y="3244"/>
                  </a:cubicBezTo>
                  <a:cubicBezTo>
                    <a:pt x="7" y="3243"/>
                    <a:pt x="6" y="3243"/>
                    <a:pt x="5" y="3243"/>
                  </a:cubicBezTo>
                  <a:cubicBezTo>
                    <a:pt x="2" y="3243"/>
                    <a:pt x="1" y="3247"/>
                    <a:pt x="4" y="3250"/>
                  </a:cubicBezTo>
                  <a:cubicBezTo>
                    <a:pt x="784" y="3976"/>
                    <a:pt x="1945" y="4323"/>
                    <a:pt x="2964" y="4527"/>
                  </a:cubicBezTo>
                  <a:cubicBezTo>
                    <a:pt x="3550" y="4644"/>
                    <a:pt x="4166" y="4748"/>
                    <a:pt x="4775" y="4748"/>
                  </a:cubicBezTo>
                  <a:cubicBezTo>
                    <a:pt x="5235" y="4748"/>
                    <a:pt x="5692" y="4689"/>
                    <a:pt x="6127" y="4529"/>
                  </a:cubicBezTo>
                  <a:cubicBezTo>
                    <a:pt x="6148" y="4522"/>
                    <a:pt x="6159" y="4508"/>
                    <a:pt x="6166" y="4493"/>
                  </a:cubicBezTo>
                  <a:cubicBezTo>
                    <a:pt x="6173" y="4485"/>
                    <a:pt x="6176" y="4476"/>
                    <a:pt x="6179" y="4466"/>
                  </a:cubicBezTo>
                  <a:cubicBezTo>
                    <a:pt x="6225" y="4265"/>
                    <a:pt x="6262" y="4057"/>
                    <a:pt x="6289" y="3847"/>
                  </a:cubicBezTo>
                  <a:cubicBezTo>
                    <a:pt x="6448" y="3957"/>
                    <a:pt x="6644" y="4039"/>
                    <a:pt x="6818" y="4107"/>
                  </a:cubicBezTo>
                  <a:cubicBezTo>
                    <a:pt x="6819" y="4108"/>
                    <a:pt x="6821" y="4108"/>
                    <a:pt x="6822" y="4108"/>
                  </a:cubicBezTo>
                  <a:cubicBezTo>
                    <a:pt x="6830" y="4108"/>
                    <a:pt x="6835" y="4100"/>
                    <a:pt x="6828" y="4094"/>
                  </a:cubicBezTo>
                  <a:cubicBezTo>
                    <a:pt x="6670" y="3979"/>
                    <a:pt x="6487" y="3852"/>
                    <a:pt x="6300" y="3777"/>
                  </a:cubicBezTo>
                  <a:cubicBezTo>
                    <a:pt x="6426" y="2721"/>
                    <a:pt x="6283" y="1608"/>
                    <a:pt x="5494" y="830"/>
                  </a:cubicBezTo>
                  <a:cubicBezTo>
                    <a:pt x="4921" y="265"/>
                    <a:pt x="4161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7213320" y="792720"/>
              <a:ext cx="533160" cy="571680"/>
            </a:xfrm>
            <a:custGeom>
              <a:rect b="b" l="l" r="r" t="t"/>
              <a:pathLst>
                <a:path extrusionOk="0" h="4713" w="4396">
                  <a:moveTo>
                    <a:pt x="2790" y="1"/>
                  </a:moveTo>
                  <a:cubicBezTo>
                    <a:pt x="1833" y="1"/>
                    <a:pt x="836" y="247"/>
                    <a:pt x="36" y="772"/>
                  </a:cubicBezTo>
                  <a:cubicBezTo>
                    <a:pt x="11" y="788"/>
                    <a:pt x="6" y="812"/>
                    <a:pt x="12" y="834"/>
                  </a:cubicBezTo>
                  <a:cubicBezTo>
                    <a:pt x="5" y="846"/>
                    <a:pt x="1" y="862"/>
                    <a:pt x="3" y="880"/>
                  </a:cubicBezTo>
                  <a:cubicBezTo>
                    <a:pt x="342" y="2851"/>
                    <a:pt x="2571" y="4281"/>
                    <a:pt x="4386" y="4712"/>
                  </a:cubicBezTo>
                  <a:cubicBezTo>
                    <a:pt x="4387" y="4713"/>
                    <a:pt x="4387" y="4713"/>
                    <a:pt x="4388" y="4713"/>
                  </a:cubicBezTo>
                  <a:cubicBezTo>
                    <a:pt x="4394" y="4713"/>
                    <a:pt x="4395" y="4703"/>
                    <a:pt x="4388" y="4701"/>
                  </a:cubicBezTo>
                  <a:cubicBezTo>
                    <a:pt x="2654" y="4114"/>
                    <a:pt x="473" y="2813"/>
                    <a:pt x="131" y="851"/>
                  </a:cubicBezTo>
                  <a:lnTo>
                    <a:pt x="132" y="851"/>
                  </a:lnTo>
                  <a:cubicBezTo>
                    <a:pt x="177" y="927"/>
                    <a:pt x="277" y="970"/>
                    <a:pt x="354" y="1006"/>
                  </a:cubicBezTo>
                  <a:cubicBezTo>
                    <a:pt x="466" y="1060"/>
                    <a:pt x="585" y="1127"/>
                    <a:pt x="703" y="1159"/>
                  </a:cubicBezTo>
                  <a:cubicBezTo>
                    <a:pt x="704" y="1160"/>
                    <a:pt x="706" y="1160"/>
                    <a:pt x="707" y="1160"/>
                  </a:cubicBezTo>
                  <a:cubicBezTo>
                    <a:pt x="719" y="1160"/>
                    <a:pt x="727" y="1143"/>
                    <a:pt x="717" y="1135"/>
                  </a:cubicBezTo>
                  <a:cubicBezTo>
                    <a:pt x="612" y="1057"/>
                    <a:pt x="496" y="996"/>
                    <a:pt x="389" y="918"/>
                  </a:cubicBezTo>
                  <a:cubicBezTo>
                    <a:pt x="337" y="879"/>
                    <a:pt x="282" y="829"/>
                    <a:pt x="221" y="802"/>
                  </a:cubicBezTo>
                  <a:cubicBezTo>
                    <a:pt x="1087" y="331"/>
                    <a:pt x="1962" y="61"/>
                    <a:pt x="2951" y="61"/>
                  </a:cubicBezTo>
                  <a:cubicBezTo>
                    <a:pt x="3015" y="61"/>
                    <a:pt x="3080" y="62"/>
                    <a:pt x="3145" y="64"/>
                  </a:cubicBezTo>
                  <a:cubicBezTo>
                    <a:pt x="3146" y="64"/>
                    <a:pt x="3146" y="64"/>
                    <a:pt x="3146" y="64"/>
                  </a:cubicBezTo>
                  <a:cubicBezTo>
                    <a:pt x="3179" y="64"/>
                    <a:pt x="3176" y="14"/>
                    <a:pt x="3143" y="12"/>
                  </a:cubicBezTo>
                  <a:cubicBezTo>
                    <a:pt x="3027" y="4"/>
                    <a:pt x="2909" y="1"/>
                    <a:pt x="2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7437240" y="1019880"/>
              <a:ext cx="162720" cy="70920"/>
            </a:xfrm>
            <a:custGeom>
              <a:rect b="b" l="l" r="r" t="t"/>
              <a:pathLst>
                <a:path extrusionOk="0" h="589" w="1346">
                  <a:moveTo>
                    <a:pt x="7" y="0"/>
                  </a:moveTo>
                  <a:cubicBezTo>
                    <a:pt x="3" y="0"/>
                    <a:pt x="0" y="6"/>
                    <a:pt x="5" y="7"/>
                  </a:cubicBezTo>
                  <a:cubicBezTo>
                    <a:pt x="417" y="222"/>
                    <a:pt x="869" y="434"/>
                    <a:pt x="1308" y="587"/>
                  </a:cubicBezTo>
                  <a:cubicBezTo>
                    <a:pt x="1310" y="588"/>
                    <a:pt x="1313" y="589"/>
                    <a:pt x="1315" y="589"/>
                  </a:cubicBezTo>
                  <a:cubicBezTo>
                    <a:pt x="1336" y="589"/>
                    <a:pt x="1346" y="555"/>
                    <a:pt x="1324" y="543"/>
                  </a:cubicBezTo>
                  <a:cubicBezTo>
                    <a:pt x="911" y="331"/>
                    <a:pt x="448" y="152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35625" lIns="90000" spcFirstLastPara="1" rIns="90000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8204040" y="1247400"/>
              <a:ext cx="205920" cy="24480"/>
            </a:xfrm>
            <a:custGeom>
              <a:rect b="b" l="l" r="r" t="t"/>
              <a:pathLst>
                <a:path extrusionOk="0" h="206" w="1701">
                  <a:moveTo>
                    <a:pt x="13" y="1"/>
                  </a:moveTo>
                  <a:cubicBezTo>
                    <a:pt x="4" y="1"/>
                    <a:pt x="1" y="14"/>
                    <a:pt x="10" y="17"/>
                  </a:cubicBezTo>
                  <a:cubicBezTo>
                    <a:pt x="486" y="141"/>
                    <a:pt x="981" y="206"/>
                    <a:pt x="1472" y="206"/>
                  </a:cubicBezTo>
                  <a:cubicBezTo>
                    <a:pt x="1541" y="206"/>
                    <a:pt x="1610" y="205"/>
                    <a:pt x="1679" y="202"/>
                  </a:cubicBezTo>
                  <a:cubicBezTo>
                    <a:pt x="1701" y="201"/>
                    <a:pt x="1699" y="171"/>
                    <a:pt x="1679" y="170"/>
                  </a:cubicBezTo>
                  <a:cubicBezTo>
                    <a:pt x="1123" y="122"/>
                    <a:pt x="569" y="69"/>
                    <a:pt x="14" y="1"/>
                  </a:cubicBezTo>
                  <a:cubicBezTo>
                    <a:pt x="14" y="1"/>
                    <a:pt x="13" y="1"/>
                    <a:pt x="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600" lIns="90000" spcFirstLastPara="1" rIns="90000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8420400" y="1008720"/>
              <a:ext cx="360" cy="360"/>
            </a:xfrm>
            <a:custGeom>
              <a:rect b="b" l="l" r="r" t="t"/>
              <a:pathLst>
                <a:path extrusionOk="0" fill="none" h="3" w="4">
                  <a:moveTo>
                    <a:pt x="0" y="2"/>
                  </a:moveTo>
                  <a:cubicBezTo>
                    <a:pt x="2" y="2"/>
                    <a:pt x="3" y="0"/>
                    <a:pt x="2" y="0"/>
                  </a:cubicBez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0" lIns="90000" spcFirstLastPara="1" rIns="90000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8446320" y="1026720"/>
              <a:ext cx="360" cy="360"/>
            </a:xfrm>
            <a:custGeom>
              <a:rect b="b" l="l" r="r" t="t"/>
              <a:pathLst>
                <a:path extrusionOk="0" h="5" w="7">
                  <a:moveTo>
                    <a:pt x="4" y="1"/>
                  </a:moveTo>
                  <a:lnTo>
                    <a:pt x="4" y="1"/>
                  </a:lnTo>
                  <a:cubicBezTo>
                    <a:pt x="1" y="1"/>
                    <a:pt x="1" y="3"/>
                    <a:pt x="3" y="5"/>
                  </a:cubicBezTo>
                  <a:cubicBezTo>
                    <a:pt x="5" y="5"/>
                    <a:pt x="6" y="1"/>
                    <a:pt x="4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350" lIns="90000" spcFirstLastPara="1" rIns="90000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8290440" y="1142280"/>
              <a:ext cx="412920" cy="290160"/>
            </a:xfrm>
            <a:custGeom>
              <a:rect b="b" l="l" r="r" t="t"/>
              <a:pathLst>
                <a:path extrusionOk="0" h="2394" w="3406">
                  <a:moveTo>
                    <a:pt x="2537" y="0"/>
                  </a:moveTo>
                  <a:cubicBezTo>
                    <a:pt x="2531" y="0"/>
                    <a:pt x="2527" y="8"/>
                    <a:pt x="2532" y="14"/>
                  </a:cubicBezTo>
                  <a:cubicBezTo>
                    <a:pt x="2775" y="289"/>
                    <a:pt x="3007" y="569"/>
                    <a:pt x="3217" y="870"/>
                  </a:cubicBezTo>
                  <a:cubicBezTo>
                    <a:pt x="2989" y="982"/>
                    <a:pt x="2754" y="1048"/>
                    <a:pt x="2506" y="1093"/>
                  </a:cubicBezTo>
                  <a:cubicBezTo>
                    <a:pt x="2495" y="1095"/>
                    <a:pt x="2496" y="1113"/>
                    <a:pt x="2506" y="1114"/>
                  </a:cubicBezTo>
                  <a:cubicBezTo>
                    <a:pt x="2557" y="1121"/>
                    <a:pt x="2609" y="1125"/>
                    <a:pt x="2661" y="1125"/>
                  </a:cubicBezTo>
                  <a:cubicBezTo>
                    <a:pt x="2818" y="1125"/>
                    <a:pt x="2972" y="1092"/>
                    <a:pt x="3119" y="1036"/>
                  </a:cubicBezTo>
                  <a:lnTo>
                    <a:pt x="3119" y="1036"/>
                  </a:lnTo>
                  <a:cubicBezTo>
                    <a:pt x="2206" y="1751"/>
                    <a:pt x="1172" y="2219"/>
                    <a:pt x="11" y="2376"/>
                  </a:cubicBezTo>
                  <a:cubicBezTo>
                    <a:pt x="0" y="2378"/>
                    <a:pt x="0" y="2393"/>
                    <a:pt x="11" y="2393"/>
                  </a:cubicBezTo>
                  <a:cubicBezTo>
                    <a:pt x="1254" y="2307"/>
                    <a:pt x="2464" y="1824"/>
                    <a:pt x="3380" y="972"/>
                  </a:cubicBezTo>
                  <a:cubicBezTo>
                    <a:pt x="3406" y="947"/>
                    <a:pt x="3401" y="918"/>
                    <a:pt x="3384" y="899"/>
                  </a:cubicBezTo>
                  <a:cubicBezTo>
                    <a:pt x="3382" y="896"/>
                    <a:pt x="3381" y="891"/>
                    <a:pt x="3379" y="887"/>
                  </a:cubicBezTo>
                  <a:cubicBezTo>
                    <a:pt x="3141" y="557"/>
                    <a:pt x="2864" y="250"/>
                    <a:pt x="2542" y="2"/>
                  </a:cubicBezTo>
                  <a:cubicBezTo>
                    <a:pt x="2540" y="1"/>
                    <a:pt x="2539" y="0"/>
                    <a:pt x="2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7373520" y="910800"/>
              <a:ext cx="53280" cy="91080"/>
            </a:xfrm>
            <a:custGeom>
              <a:rect b="b" l="l" r="r" t="t"/>
              <a:pathLst>
                <a:path extrusionOk="0" h="757" w="444">
                  <a:moveTo>
                    <a:pt x="54" y="0"/>
                  </a:moveTo>
                  <a:cubicBezTo>
                    <a:pt x="39" y="0"/>
                    <a:pt x="23" y="2"/>
                    <a:pt x="7" y="4"/>
                  </a:cubicBezTo>
                  <a:cubicBezTo>
                    <a:pt x="4" y="5"/>
                    <a:pt x="1" y="12"/>
                    <a:pt x="6" y="14"/>
                  </a:cubicBezTo>
                  <a:cubicBezTo>
                    <a:pt x="185" y="41"/>
                    <a:pt x="349" y="144"/>
                    <a:pt x="367" y="342"/>
                  </a:cubicBezTo>
                  <a:cubicBezTo>
                    <a:pt x="386" y="536"/>
                    <a:pt x="260" y="677"/>
                    <a:pt x="89" y="737"/>
                  </a:cubicBezTo>
                  <a:cubicBezTo>
                    <a:pt x="78" y="741"/>
                    <a:pt x="79" y="757"/>
                    <a:pt x="92" y="757"/>
                  </a:cubicBezTo>
                  <a:cubicBezTo>
                    <a:pt x="92" y="757"/>
                    <a:pt x="92" y="757"/>
                    <a:pt x="93" y="757"/>
                  </a:cubicBezTo>
                  <a:cubicBezTo>
                    <a:pt x="286" y="737"/>
                    <a:pt x="443" y="543"/>
                    <a:pt x="433" y="354"/>
                  </a:cubicBezTo>
                  <a:cubicBezTo>
                    <a:pt x="421" y="169"/>
                    <a:pt x="241" y="0"/>
                    <a:pt x="54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7634880" y="1078560"/>
              <a:ext cx="93240" cy="93600"/>
            </a:xfrm>
            <a:custGeom>
              <a:rect b="b" l="l" r="r" t="t"/>
              <a:pathLst>
                <a:path extrusionOk="0" h="775" w="773">
                  <a:moveTo>
                    <a:pt x="414" y="1"/>
                  </a:moveTo>
                  <a:cubicBezTo>
                    <a:pt x="400" y="1"/>
                    <a:pt x="395" y="23"/>
                    <a:pt x="408" y="30"/>
                  </a:cubicBezTo>
                  <a:cubicBezTo>
                    <a:pt x="602" y="140"/>
                    <a:pt x="711" y="345"/>
                    <a:pt x="593" y="558"/>
                  </a:cubicBezTo>
                  <a:cubicBezTo>
                    <a:pt x="528" y="676"/>
                    <a:pt x="419" y="731"/>
                    <a:pt x="306" y="731"/>
                  </a:cubicBezTo>
                  <a:cubicBezTo>
                    <a:pt x="196" y="731"/>
                    <a:pt x="84" y="679"/>
                    <a:pt x="7" y="583"/>
                  </a:cubicBezTo>
                  <a:cubicBezTo>
                    <a:pt x="7" y="582"/>
                    <a:pt x="6" y="581"/>
                    <a:pt x="5" y="581"/>
                  </a:cubicBezTo>
                  <a:cubicBezTo>
                    <a:pt x="3" y="581"/>
                    <a:pt x="1" y="584"/>
                    <a:pt x="3" y="587"/>
                  </a:cubicBezTo>
                  <a:cubicBezTo>
                    <a:pt x="67" y="713"/>
                    <a:pt x="190" y="774"/>
                    <a:pt x="314" y="774"/>
                  </a:cubicBezTo>
                  <a:cubicBezTo>
                    <a:pt x="428" y="774"/>
                    <a:pt x="543" y="722"/>
                    <a:pt x="618" y="620"/>
                  </a:cubicBezTo>
                  <a:cubicBezTo>
                    <a:pt x="772" y="406"/>
                    <a:pt x="659" y="95"/>
                    <a:pt x="419" y="2"/>
                  </a:cubicBezTo>
                  <a:cubicBezTo>
                    <a:pt x="417" y="1"/>
                    <a:pt x="415" y="1"/>
                    <a:pt x="414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7150" lIns="90000" spcFirstLastPara="1" rIns="90000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7664400" y="1056600"/>
              <a:ext cx="79920" cy="132120"/>
            </a:xfrm>
            <a:custGeom>
              <a:rect b="b" l="l" r="r" t="t"/>
              <a:pathLst>
                <a:path extrusionOk="0" h="1094" w="664">
                  <a:moveTo>
                    <a:pt x="107" y="1"/>
                  </a:moveTo>
                  <a:cubicBezTo>
                    <a:pt x="95" y="1"/>
                    <a:pt x="92" y="18"/>
                    <a:pt x="103" y="22"/>
                  </a:cubicBezTo>
                  <a:cubicBezTo>
                    <a:pt x="376" y="80"/>
                    <a:pt x="619" y="294"/>
                    <a:pt x="587" y="595"/>
                  </a:cubicBezTo>
                  <a:cubicBezTo>
                    <a:pt x="554" y="897"/>
                    <a:pt x="287" y="1061"/>
                    <a:pt x="6" y="1077"/>
                  </a:cubicBezTo>
                  <a:cubicBezTo>
                    <a:pt x="2" y="1077"/>
                    <a:pt x="1" y="1084"/>
                    <a:pt x="4" y="1085"/>
                  </a:cubicBezTo>
                  <a:cubicBezTo>
                    <a:pt x="34" y="1091"/>
                    <a:pt x="65" y="1094"/>
                    <a:pt x="95" y="1094"/>
                  </a:cubicBezTo>
                  <a:cubicBezTo>
                    <a:pt x="363" y="1094"/>
                    <a:pt x="609" y="870"/>
                    <a:pt x="635" y="600"/>
                  </a:cubicBezTo>
                  <a:cubicBezTo>
                    <a:pt x="663" y="302"/>
                    <a:pt x="405" y="7"/>
                    <a:pt x="107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66225" lIns="90000" spcFirstLastPara="1" rIns="90000" wrap="square" tIns="66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8082720" y="1194840"/>
              <a:ext cx="56880" cy="93240"/>
            </a:xfrm>
            <a:custGeom>
              <a:rect b="b" l="l" r="r" t="t"/>
              <a:pathLst>
                <a:path extrusionOk="0" h="772" w="475">
                  <a:moveTo>
                    <a:pt x="88" y="1"/>
                  </a:moveTo>
                  <a:cubicBezTo>
                    <a:pt x="73" y="1"/>
                    <a:pt x="58" y="2"/>
                    <a:pt x="43" y="4"/>
                  </a:cubicBezTo>
                  <a:cubicBezTo>
                    <a:pt x="33" y="5"/>
                    <a:pt x="33" y="16"/>
                    <a:pt x="43" y="18"/>
                  </a:cubicBezTo>
                  <a:cubicBezTo>
                    <a:pt x="229" y="32"/>
                    <a:pt x="411" y="172"/>
                    <a:pt x="417" y="374"/>
                  </a:cubicBezTo>
                  <a:cubicBezTo>
                    <a:pt x="422" y="592"/>
                    <a:pt x="223" y="731"/>
                    <a:pt x="23" y="733"/>
                  </a:cubicBezTo>
                  <a:cubicBezTo>
                    <a:pt x="4" y="733"/>
                    <a:pt x="1" y="764"/>
                    <a:pt x="19" y="768"/>
                  </a:cubicBezTo>
                  <a:cubicBezTo>
                    <a:pt x="36" y="771"/>
                    <a:pt x="54" y="772"/>
                    <a:pt x="72" y="772"/>
                  </a:cubicBezTo>
                  <a:cubicBezTo>
                    <a:pt x="277" y="772"/>
                    <a:pt x="470" y="599"/>
                    <a:pt x="473" y="390"/>
                  </a:cubicBezTo>
                  <a:cubicBezTo>
                    <a:pt x="475" y="181"/>
                    <a:pt x="292" y="1"/>
                    <a:pt x="88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8040600" y="1213560"/>
              <a:ext cx="127800" cy="99360"/>
            </a:xfrm>
            <a:custGeom>
              <a:rect b="b" l="l" r="r" t="t"/>
              <a:pathLst>
                <a:path extrusionOk="0" h="825" w="1059">
                  <a:moveTo>
                    <a:pt x="932" y="1"/>
                  </a:moveTo>
                  <a:cubicBezTo>
                    <a:pt x="927" y="1"/>
                    <a:pt x="922" y="5"/>
                    <a:pt x="924" y="12"/>
                  </a:cubicBezTo>
                  <a:cubicBezTo>
                    <a:pt x="1001" y="254"/>
                    <a:pt x="930" y="554"/>
                    <a:pt x="701" y="696"/>
                  </a:cubicBezTo>
                  <a:cubicBezTo>
                    <a:pt x="621" y="746"/>
                    <a:pt x="534" y="768"/>
                    <a:pt x="448" y="768"/>
                  </a:cubicBezTo>
                  <a:cubicBezTo>
                    <a:pt x="285" y="768"/>
                    <a:pt x="124" y="687"/>
                    <a:pt x="18" y="554"/>
                  </a:cubicBezTo>
                  <a:cubicBezTo>
                    <a:pt x="16" y="552"/>
                    <a:pt x="13" y="550"/>
                    <a:pt x="11" y="550"/>
                  </a:cubicBezTo>
                  <a:cubicBezTo>
                    <a:pt x="5" y="550"/>
                    <a:pt x="0" y="556"/>
                    <a:pt x="4" y="563"/>
                  </a:cubicBezTo>
                  <a:cubicBezTo>
                    <a:pt x="88" y="732"/>
                    <a:pt x="278" y="824"/>
                    <a:pt x="464" y="824"/>
                  </a:cubicBezTo>
                  <a:cubicBezTo>
                    <a:pt x="546" y="824"/>
                    <a:pt x="628" y="807"/>
                    <a:pt x="700" y="770"/>
                  </a:cubicBezTo>
                  <a:cubicBezTo>
                    <a:pt x="975" y="630"/>
                    <a:pt x="1059" y="279"/>
                    <a:pt x="942" y="7"/>
                  </a:cubicBezTo>
                  <a:cubicBezTo>
                    <a:pt x="939" y="3"/>
                    <a:pt x="936" y="1"/>
                    <a:pt x="932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50025" lIns="90000" spcFirstLastPara="1" rIns="90000" wrap="square" tIns="50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8479080" y="1236240"/>
              <a:ext cx="71280" cy="82440"/>
            </a:xfrm>
            <a:custGeom>
              <a:rect b="b" l="l" r="r" t="t"/>
              <a:pathLst>
                <a:path extrusionOk="0" h="684" w="593">
                  <a:moveTo>
                    <a:pt x="375" y="1"/>
                  </a:moveTo>
                  <a:cubicBezTo>
                    <a:pt x="367" y="1"/>
                    <a:pt x="360" y="13"/>
                    <a:pt x="367" y="21"/>
                  </a:cubicBezTo>
                  <a:cubicBezTo>
                    <a:pt x="481" y="140"/>
                    <a:pt x="536" y="325"/>
                    <a:pt x="449" y="477"/>
                  </a:cubicBezTo>
                  <a:cubicBezTo>
                    <a:pt x="379" y="599"/>
                    <a:pt x="256" y="646"/>
                    <a:pt x="128" y="646"/>
                  </a:cubicBezTo>
                  <a:cubicBezTo>
                    <a:pt x="89" y="646"/>
                    <a:pt x="48" y="641"/>
                    <a:pt x="9" y="633"/>
                  </a:cubicBezTo>
                  <a:cubicBezTo>
                    <a:pt x="9" y="633"/>
                    <a:pt x="8" y="633"/>
                    <a:pt x="8" y="633"/>
                  </a:cubicBezTo>
                  <a:cubicBezTo>
                    <a:pt x="2" y="633"/>
                    <a:pt x="0" y="640"/>
                    <a:pt x="5" y="644"/>
                  </a:cubicBezTo>
                  <a:cubicBezTo>
                    <a:pt x="54" y="671"/>
                    <a:pt x="108" y="684"/>
                    <a:pt x="163" y="684"/>
                  </a:cubicBezTo>
                  <a:cubicBezTo>
                    <a:pt x="293" y="684"/>
                    <a:pt x="426" y="613"/>
                    <a:pt x="492" y="501"/>
                  </a:cubicBezTo>
                  <a:cubicBezTo>
                    <a:pt x="592" y="335"/>
                    <a:pt x="539" y="111"/>
                    <a:pt x="381" y="3"/>
                  </a:cubicBezTo>
                  <a:cubicBezTo>
                    <a:pt x="379" y="1"/>
                    <a:pt x="377" y="1"/>
                    <a:pt x="375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8483040" y="1204560"/>
              <a:ext cx="90360" cy="124560"/>
            </a:xfrm>
            <a:custGeom>
              <a:rect b="b" l="l" r="r" t="t"/>
              <a:pathLst>
                <a:path extrusionOk="0" h="1032" w="750">
                  <a:moveTo>
                    <a:pt x="146" y="0"/>
                  </a:moveTo>
                  <a:cubicBezTo>
                    <a:pt x="99" y="0"/>
                    <a:pt x="52" y="8"/>
                    <a:pt x="7" y="23"/>
                  </a:cubicBezTo>
                  <a:cubicBezTo>
                    <a:pt x="1" y="25"/>
                    <a:pt x="1" y="36"/>
                    <a:pt x="8" y="36"/>
                  </a:cubicBezTo>
                  <a:cubicBezTo>
                    <a:pt x="9" y="36"/>
                    <a:pt x="9" y="36"/>
                    <a:pt x="10" y="36"/>
                  </a:cubicBezTo>
                  <a:cubicBezTo>
                    <a:pt x="35" y="32"/>
                    <a:pt x="60" y="30"/>
                    <a:pt x="85" y="30"/>
                  </a:cubicBezTo>
                  <a:cubicBezTo>
                    <a:pt x="311" y="30"/>
                    <a:pt x="532" y="175"/>
                    <a:pt x="605" y="397"/>
                  </a:cubicBezTo>
                  <a:cubicBezTo>
                    <a:pt x="692" y="663"/>
                    <a:pt x="551" y="876"/>
                    <a:pt x="329" y="1003"/>
                  </a:cubicBezTo>
                  <a:cubicBezTo>
                    <a:pt x="315" y="1012"/>
                    <a:pt x="323" y="1031"/>
                    <a:pt x="337" y="1031"/>
                  </a:cubicBezTo>
                  <a:cubicBezTo>
                    <a:pt x="338" y="1031"/>
                    <a:pt x="340" y="1031"/>
                    <a:pt x="342" y="1030"/>
                  </a:cubicBezTo>
                  <a:cubicBezTo>
                    <a:pt x="606" y="950"/>
                    <a:pt x="750" y="642"/>
                    <a:pt x="663" y="380"/>
                  </a:cubicBezTo>
                  <a:cubicBezTo>
                    <a:pt x="591" y="167"/>
                    <a:pt x="370" y="0"/>
                    <a:pt x="146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anchorCtr="0" anchor="ctr" bIns="62625" lIns="90000" spcFirstLastPara="1" rIns="90000" wrap="square" tIns="62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7763400" y="1146600"/>
              <a:ext cx="218880" cy="62640"/>
            </a:xfrm>
            <a:custGeom>
              <a:rect b="b" l="l" r="r" t="t"/>
              <a:pathLst>
                <a:path extrusionOk="0" h="521" w="1807">
                  <a:moveTo>
                    <a:pt x="8" y="0"/>
                  </a:moveTo>
                  <a:cubicBezTo>
                    <a:pt x="2" y="0"/>
                    <a:pt x="0" y="12"/>
                    <a:pt x="8" y="13"/>
                  </a:cubicBezTo>
                  <a:cubicBezTo>
                    <a:pt x="570" y="228"/>
                    <a:pt x="1158" y="462"/>
                    <a:pt x="1761" y="520"/>
                  </a:cubicBezTo>
                  <a:cubicBezTo>
                    <a:pt x="1762" y="520"/>
                    <a:pt x="1764" y="520"/>
                    <a:pt x="1765" y="520"/>
                  </a:cubicBezTo>
                  <a:cubicBezTo>
                    <a:pt x="1805" y="520"/>
                    <a:pt x="1807" y="456"/>
                    <a:pt x="1768" y="446"/>
                  </a:cubicBezTo>
                  <a:cubicBezTo>
                    <a:pt x="1186" y="279"/>
                    <a:pt x="589" y="191"/>
                    <a:pt x="10" y="1"/>
                  </a:cubicBezTo>
                  <a:cubicBezTo>
                    <a:pt x="9" y="1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1675" lIns="90000" spcFirstLastPara="1" rIns="90000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7854120" y="810000"/>
              <a:ext cx="148320" cy="91440"/>
            </a:xfrm>
            <a:custGeom>
              <a:rect b="b" l="l" r="r" t="t"/>
              <a:pathLst>
                <a:path extrusionOk="0" h="760" w="1227">
                  <a:moveTo>
                    <a:pt x="139" y="0"/>
                  </a:moveTo>
                  <a:cubicBezTo>
                    <a:pt x="102" y="0"/>
                    <a:pt x="66" y="28"/>
                    <a:pt x="57" y="67"/>
                  </a:cubicBezTo>
                  <a:cubicBezTo>
                    <a:pt x="54" y="75"/>
                    <a:pt x="1" y="309"/>
                    <a:pt x="132" y="505"/>
                  </a:cubicBezTo>
                  <a:cubicBezTo>
                    <a:pt x="215" y="634"/>
                    <a:pt x="355" y="715"/>
                    <a:pt x="543" y="748"/>
                  </a:cubicBezTo>
                  <a:cubicBezTo>
                    <a:pt x="587" y="756"/>
                    <a:pt x="630" y="760"/>
                    <a:pt x="672" y="760"/>
                  </a:cubicBezTo>
                  <a:cubicBezTo>
                    <a:pt x="790" y="760"/>
                    <a:pt x="895" y="728"/>
                    <a:pt x="981" y="666"/>
                  </a:cubicBezTo>
                  <a:cubicBezTo>
                    <a:pt x="1176" y="528"/>
                    <a:pt x="1218" y="291"/>
                    <a:pt x="1219" y="280"/>
                  </a:cubicBezTo>
                  <a:cubicBezTo>
                    <a:pt x="1227" y="235"/>
                    <a:pt x="1195" y="190"/>
                    <a:pt x="1150" y="183"/>
                  </a:cubicBezTo>
                  <a:cubicBezTo>
                    <a:pt x="1145" y="182"/>
                    <a:pt x="1140" y="182"/>
                    <a:pt x="1135" y="182"/>
                  </a:cubicBezTo>
                  <a:cubicBezTo>
                    <a:pt x="1095" y="182"/>
                    <a:pt x="1058" y="211"/>
                    <a:pt x="1052" y="252"/>
                  </a:cubicBezTo>
                  <a:cubicBezTo>
                    <a:pt x="1044" y="289"/>
                    <a:pt x="982" y="590"/>
                    <a:pt x="669" y="590"/>
                  </a:cubicBezTo>
                  <a:cubicBezTo>
                    <a:pt x="639" y="590"/>
                    <a:pt x="606" y="587"/>
                    <a:pt x="571" y="581"/>
                  </a:cubicBezTo>
                  <a:cubicBezTo>
                    <a:pt x="431" y="557"/>
                    <a:pt x="331" y="500"/>
                    <a:pt x="274" y="414"/>
                  </a:cubicBezTo>
                  <a:cubicBezTo>
                    <a:pt x="185" y="279"/>
                    <a:pt x="221" y="111"/>
                    <a:pt x="222" y="106"/>
                  </a:cubicBezTo>
                  <a:cubicBezTo>
                    <a:pt x="234" y="59"/>
                    <a:pt x="205" y="14"/>
                    <a:pt x="159" y="3"/>
                  </a:cubicBezTo>
                  <a:cubicBezTo>
                    <a:pt x="152" y="1"/>
                    <a:pt x="146" y="0"/>
                    <a:pt x="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075" lIns="90000" spcFirstLastPara="1" rIns="90000" wrap="square" tIns="4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7657560" y="767520"/>
              <a:ext cx="146520" cy="133200"/>
            </a:xfrm>
            <a:custGeom>
              <a:rect b="b" l="l" r="r" t="t"/>
              <a:pathLst>
                <a:path extrusionOk="0" h="1102" w="1212">
                  <a:moveTo>
                    <a:pt x="605" y="1"/>
                  </a:moveTo>
                  <a:cubicBezTo>
                    <a:pt x="356" y="1"/>
                    <a:pt x="129" y="172"/>
                    <a:pt x="70" y="424"/>
                  </a:cubicBezTo>
                  <a:cubicBezTo>
                    <a:pt x="0" y="720"/>
                    <a:pt x="183" y="1018"/>
                    <a:pt x="479" y="1087"/>
                  </a:cubicBezTo>
                  <a:cubicBezTo>
                    <a:pt x="521" y="1097"/>
                    <a:pt x="564" y="1102"/>
                    <a:pt x="606" y="1102"/>
                  </a:cubicBezTo>
                  <a:cubicBezTo>
                    <a:pt x="856" y="1102"/>
                    <a:pt x="1081" y="931"/>
                    <a:pt x="1141" y="679"/>
                  </a:cubicBezTo>
                  <a:cubicBezTo>
                    <a:pt x="1211" y="382"/>
                    <a:pt x="1028" y="85"/>
                    <a:pt x="733" y="16"/>
                  </a:cubicBezTo>
                  <a:cubicBezTo>
                    <a:pt x="690" y="6"/>
                    <a:pt x="648" y="1"/>
                    <a:pt x="605" y="1"/>
                  </a:cubicBezTo>
                  <a:close/>
                </a:path>
              </a:pathLst>
            </a:custGeom>
            <a:solidFill>
              <a:srgbClr val="FDE2E7"/>
            </a:solidFill>
            <a:ln>
              <a:noFill/>
            </a:ln>
          </p:spPr>
          <p:txBody>
            <a:bodyPr anchorCtr="0" anchor="ctr" bIns="66950" lIns="90000" spcFirstLastPara="1" rIns="90000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8035920" y="857160"/>
              <a:ext cx="146520" cy="133200"/>
            </a:xfrm>
            <a:custGeom>
              <a:rect b="b" l="l" r="r" t="t"/>
              <a:pathLst>
                <a:path extrusionOk="0" h="1102" w="1211">
                  <a:moveTo>
                    <a:pt x="605" y="1"/>
                  </a:moveTo>
                  <a:cubicBezTo>
                    <a:pt x="356" y="1"/>
                    <a:pt x="131" y="172"/>
                    <a:pt x="70" y="424"/>
                  </a:cubicBezTo>
                  <a:cubicBezTo>
                    <a:pt x="1" y="722"/>
                    <a:pt x="184" y="1018"/>
                    <a:pt x="478" y="1087"/>
                  </a:cubicBezTo>
                  <a:cubicBezTo>
                    <a:pt x="521" y="1097"/>
                    <a:pt x="563" y="1102"/>
                    <a:pt x="606" y="1102"/>
                  </a:cubicBezTo>
                  <a:cubicBezTo>
                    <a:pt x="855" y="1102"/>
                    <a:pt x="1080" y="931"/>
                    <a:pt x="1141" y="679"/>
                  </a:cubicBezTo>
                  <a:cubicBezTo>
                    <a:pt x="1211" y="382"/>
                    <a:pt x="1028" y="87"/>
                    <a:pt x="732" y="16"/>
                  </a:cubicBezTo>
                  <a:cubicBezTo>
                    <a:pt x="690" y="6"/>
                    <a:pt x="647" y="1"/>
                    <a:pt x="605" y="1"/>
                  </a:cubicBezTo>
                  <a:close/>
                </a:path>
              </a:pathLst>
            </a:custGeom>
            <a:solidFill>
              <a:srgbClr val="FDE2E7"/>
            </a:solidFill>
            <a:ln>
              <a:noFill/>
            </a:ln>
          </p:spPr>
          <p:txBody>
            <a:bodyPr anchorCtr="0" anchor="ctr" bIns="66950" lIns="90000" spcFirstLastPara="1" rIns="90000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8024040" y="763200"/>
              <a:ext cx="115920" cy="74880"/>
            </a:xfrm>
            <a:custGeom>
              <a:rect b="b" l="l" r="r" t="t"/>
              <a:pathLst>
                <a:path extrusionOk="0" h="621" w="959">
                  <a:moveTo>
                    <a:pt x="454" y="1"/>
                  </a:moveTo>
                  <a:cubicBezTo>
                    <a:pt x="322" y="1"/>
                    <a:pt x="205" y="65"/>
                    <a:pt x="119" y="188"/>
                  </a:cubicBezTo>
                  <a:cubicBezTo>
                    <a:pt x="42" y="297"/>
                    <a:pt x="14" y="414"/>
                    <a:pt x="12" y="419"/>
                  </a:cubicBezTo>
                  <a:cubicBezTo>
                    <a:pt x="0" y="465"/>
                    <a:pt x="30" y="511"/>
                    <a:pt x="75" y="522"/>
                  </a:cubicBezTo>
                  <a:cubicBezTo>
                    <a:pt x="81" y="524"/>
                    <a:pt x="88" y="524"/>
                    <a:pt x="95" y="524"/>
                  </a:cubicBezTo>
                  <a:cubicBezTo>
                    <a:pt x="133" y="524"/>
                    <a:pt x="168" y="498"/>
                    <a:pt x="177" y="459"/>
                  </a:cubicBezTo>
                  <a:cubicBezTo>
                    <a:pt x="177" y="458"/>
                    <a:pt x="200" y="366"/>
                    <a:pt x="257" y="286"/>
                  </a:cubicBezTo>
                  <a:cubicBezTo>
                    <a:pt x="312" y="209"/>
                    <a:pt x="376" y="171"/>
                    <a:pt x="454" y="171"/>
                  </a:cubicBezTo>
                  <a:cubicBezTo>
                    <a:pt x="474" y="171"/>
                    <a:pt x="495" y="174"/>
                    <a:pt x="516" y="179"/>
                  </a:cubicBezTo>
                  <a:cubicBezTo>
                    <a:pt x="783" y="243"/>
                    <a:pt x="783" y="522"/>
                    <a:pt x="783" y="533"/>
                  </a:cubicBezTo>
                  <a:cubicBezTo>
                    <a:pt x="783" y="581"/>
                    <a:pt x="819" y="618"/>
                    <a:pt x="867" y="620"/>
                  </a:cubicBezTo>
                  <a:lnTo>
                    <a:pt x="868" y="620"/>
                  </a:lnTo>
                  <a:cubicBezTo>
                    <a:pt x="914" y="620"/>
                    <a:pt x="952" y="584"/>
                    <a:pt x="956" y="537"/>
                  </a:cubicBezTo>
                  <a:cubicBezTo>
                    <a:pt x="958" y="388"/>
                    <a:pt x="880" y="88"/>
                    <a:pt x="556" y="13"/>
                  </a:cubicBezTo>
                  <a:cubicBezTo>
                    <a:pt x="521" y="5"/>
                    <a:pt x="487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7800" lIns="90000" spcFirstLastPara="1" rIns="90000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7754760" y="699120"/>
              <a:ext cx="115560" cy="74520"/>
            </a:xfrm>
            <a:custGeom>
              <a:rect b="b" l="l" r="r" t="t"/>
              <a:pathLst>
                <a:path extrusionOk="0" h="620" w="958">
                  <a:moveTo>
                    <a:pt x="454" y="1"/>
                  </a:moveTo>
                  <a:cubicBezTo>
                    <a:pt x="322" y="1"/>
                    <a:pt x="204" y="64"/>
                    <a:pt x="117" y="188"/>
                  </a:cubicBezTo>
                  <a:cubicBezTo>
                    <a:pt x="42" y="297"/>
                    <a:pt x="13" y="415"/>
                    <a:pt x="12" y="420"/>
                  </a:cubicBezTo>
                  <a:cubicBezTo>
                    <a:pt x="0" y="466"/>
                    <a:pt x="28" y="512"/>
                    <a:pt x="74" y="522"/>
                  </a:cubicBezTo>
                  <a:cubicBezTo>
                    <a:pt x="81" y="524"/>
                    <a:pt x="87" y="525"/>
                    <a:pt x="93" y="525"/>
                  </a:cubicBezTo>
                  <a:cubicBezTo>
                    <a:pt x="131" y="525"/>
                    <a:pt x="167" y="498"/>
                    <a:pt x="176" y="460"/>
                  </a:cubicBezTo>
                  <a:cubicBezTo>
                    <a:pt x="176" y="458"/>
                    <a:pt x="200" y="366"/>
                    <a:pt x="257" y="287"/>
                  </a:cubicBezTo>
                  <a:cubicBezTo>
                    <a:pt x="311" y="210"/>
                    <a:pt x="375" y="171"/>
                    <a:pt x="452" y="171"/>
                  </a:cubicBezTo>
                  <a:cubicBezTo>
                    <a:pt x="472" y="171"/>
                    <a:pt x="493" y="174"/>
                    <a:pt x="515" y="179"/>
                  </a:cubicBezTo>
                  <a:cubicBezTo>
                    <a:pt x="782" y="243"/>
                    <a:pt x="782" y="522"/>
                    <a:pt x="782" y="534"/>
                  </a:cubicBezTo>
                  <a:cubicBezTo>
                    <a:pt x="782" y="581"/>
                    <a:pt x="819" y="619"/>
                    <a:pt x="866" y="620"/>
                  </a:cubicBezTo>
                  <a:lnTo>
                    <a:pt x="867" y="620"/>
                  </a:lnTo>
                  <a:cubicBezTo>
                    <a:pt x="914" y="620"/>
                    <a:pt x="953" y="583"/>
                    <a:pt x="955" y="536"/>
                  </a:cubicBezTo>
                  <a:cubicBezTo>
                    <a:pt x="958" y="388"/>
                    <a:pt x="879" y="89"/>
                    <a:pt x="556" y="13"/>
                  </a:cubicBezTo>
                  <a:cubicBezTo>
                    <a:pt x="521" y="5"/>
                    <a:pt x="487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7425" lIns="90000" spcFirstLastPara="1" rIns="90000" wrap="square" tIns="37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"/>
          <p:cNvGrpSpPr/>
          <p:nvPr/>
        </p:nvGrpSpPr>
        <p:grpSpPr>
          <a:xfrm>
            <a:off x="257760" y="2723760"/>
            <a:ext cx="960840" cy="718560"/>
            <a:chOff x="257760" y="2723760"/>
            <a:chExt cx="960840" cy="718560"/>
          </a:xfrm>
        </p:grpSpPr>
        <p:sp>
          <p:nvSpPr>
            <p:cNvPr id="319" name="Google Shape;319;p1"/>
            <p:cNvSpPr/>
            <p:nvPr/>
          </p:nvSpPr>
          <p:spPr>
            <a:xfrm>
              <a:off x="405360" y="2757240"/>
              <a:ext cx="680760" cy="680760"/>
            </a:xfrm>
            <a:custGeom>
              <a:rect b="b" l="l" r="r" t="t"/>
              <a:pathLst>
                <a:path extrusionOk="0" h="9925" w="9925">
                  <a:moveTo>
                    <a:pt x="4962" y="1"/>
                  </a:moveTo>
                  <a:cubicBezTo>
                    <a:pt x="3647" y="1"/>
                    <a:pt x="2385" y="524"/>
                    <a:pt x="1454" y="1455"/>
                  </a:cubicBezTo>
                  <a:cubicBezTo>
                    <a:pt x="524" y="2386"/>
                    <a:pt x="0" y="3647"/>
                    <a:pt x="0" y="4963"/>
                  </a:cubicBezTo>
                  <a:cubicBezTo>
                    <a:pt x="0" y="6279"/>
                    <a:pt x="524" y="7541"/>
                    <a:pt x="1454" y="8472"/>
                  </a:cubicBezTo>
                  <a:cubicBezTo>
                    <a:pt x="2385" y="9403"/>
                    <a:pt x="3647" y="9925"/>
                    <a:pt x="4962" y="9925"/>
                  </a:cubicBezTo>
                  <a:cubicBezTo>
                    <a:pt x="6279" y="9925"/>
                    <a:pt x="7541" y="9403"/>
                    <a:pt x="8471" y="8472"/>
                  </a:cubicBezTo>
                  <a:cubicBezTo>
                    <a:pt x="9402" y="7541"/>
                    <a:pt x="9924" y="6279"/>
                    <a:pt x="9924" y="4963"/>
                  </a:cubicBezTo>
                  <a:cubicBezTo>
                    <a:pt x="9924" y="3647"/>
                    <a:pt x="9402" y="2386"/>
                    <a:pt x="8471" y="1455"/>
                  </a:cubicBezTo>
                  <a:cubicBezTo>
                    <a:pt x="7541" y="524"/>
                    <a:pt x="6279" y="1"/>
                    <a:pt x="4962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717840" y="2757240"/>
              <a:ext cx="368640" cy="365760"/>
            </a:xfrm>
            <a:custGeom>
              <a:rect b="b" l="l" r="r" t="t"/>
              <a:pathLst>
                <a:path extrusionOk="0" h="5335" w="5380">
                  <a:moveTo>
                    <a:pt x="421" y="1"/>
                  </a:moveTo>
                  <a:cubicBezTo>
                    <a:pt x="280" y="1"/>
                    <a:pt x="140" y="7"/>
                    <a:pt x="0" y="19"/>
                  </a:cubicBezTo>
                  <a:cubicBezTo>
                    <a:pt x="85" y="328"/>
                    <a:pt x="186" y="633"/>
                    <a:pt x="318" y="926"/>
                  </a:cubicBezTo>
                  <a:cubicBezTo>
                    <a:pt x="431" y="1175"/>
                    <a:pt x="566" y="1413"/>
                    <a:pt x="728" y="1635"/>
                  </a:cubicBezTo>
                  <a:cubicBezTo>
                    <a:pt x="906" y="1878"/>
                    <a:pt x="1114" y="2101"/>
                    <a:pt x="1332" y="2310"/>
                  </a:cubicBezTo>
                  <a:cubicBezTo>
                    <a:pt x="1763" y="2729"/>
                    <a:pt x="2249" y="3087"/>
                    <a:pt x="2760" y="3402"/>
                  </a:cubicBezTo>
                  <a:cubicBezTo>
                    <a:pt x="3017" y="3562"/>
                    <a:pt x="3281" y="3710"/>
                    <a:pt x="3549" y="3851"/>
                  </a:cubicBezTo>
                  <a:cubicBezTo>
                    <a:pt x="3802" y="3985"/>
                    <a:pt x="4059" y="4107"/>
                    <a:pt x="4300" y="4263"/>
                  </a:cubicBezTo>
                  <a:cubicBezTo>
                    <a:pt x="4726" y="4537"/>
                    <a:pt x="5106" y="4896"/>
                    <a:pt x="5359" y="5335"/>
                  </a:cubicBezTo>
                  <a:cubicBezTo>
                    <a:pt x="5380" y="5040"/>
                    <a:pt x="5376" y="4747"/>
                    <a:pt x="5345" y="4459"/>
                  </a:cubicBezTo>
                  <a:cubicBezTo>
                    <a:pt x="5126" y="4039"/>
                    <a:pt x="4858" y="3644"/>
                    <a:pt x="4538" y="3292"/>
                  </a:cubicBezTo>
                  <a:cubicBezTo>
                    <a:pt x="4223" y="2945"/>
                    <a:pt x="3863" y="2639"/>
                    <a:pt x="3482" y="2364"/>
                  </a:cubicBezTo>
                  <a:cubicBezTo>
                    <a:pt x="3041" y="2044"/>
                    <a:pt x="2579" y="1751"/>
                    <a:pt x="2157" y="1404"/>
                  </a:cubicBezTo>
                  <a:cubicBezTo>
                    <a:pt x="1954" y="1238"/>
                    <a:pt x="1763" y="1055"/>
                    <a:pt x="1598" y="849"/>
                  </a:cubicBezTo>
                  <a:cubicBezTo>
                    <a:pt x="1449" y="663"/>
                    <a:pt x="1318" y="464"/>
                    <a:pt x="1203" y="255"/>
                  </a:cubicBezTo>
                  <a:cubicBezTo>
                    <a:pt x="1165" y="186"/>
                    <a:pt x="1130" y="117"/>
                    <a:pt x="1095" y="47"/>
                  </a:cubicBezTo>
                  <a:cubicBezTo>
                    <a:pt x="870" y="16"/>
                    <a:pt x="645" y="1"/>
                    <a:pt x="42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520920" y="2791800"/>
              <a:ext cx="533520" cy="491040"/>
            </a:xfrm>
            <a:custGeom>
              <a:rect b="b" l="l" r="r" t="t"/>
              <a:pathLst>
                <a:path extrusionOk="0" h="7159" w="7778">
                  <a:moveTo>
                    <a:pt x="1109" y="0"/>
                  </a:moveTo>
                  <a:cubicBezTo>
                    <a:pt x="711" y="196"/>
                    <a:pt x="338" y="442"/>
                    <a:pt x="1" y="737"/>
                  </a:cubicBezTo>
                  <a:cubicBezTo>
                    <a:pt x="120" y="955"/>
                    <a:pt x="249" y="1166"/>
                    <a:pt x="395" y="1369"/>
                  </a:cubicBezTo>
                  <a:cubicBezTo>
                    <a:pt x="890" y="2045"/>
                    <a:pt x="1544" y="2600"/>
                    <a:pt x="2236" y="3065"/>
                  </a:cubicBezTo>
                  <a:cubicBezTo>
                    <a:pt x="2924" y="3528"/>
                    <a:pt x="3658" y="3913"/>
                    <a:pt x="4376" y="4328"/>
                  </a:cubicBezTo>
                  <a:cubicBezTo>
                    <a:pt x="4743" y="4540"/>
                    <a:pt x="5107" y="4760"/>
                    <a:pt x="5462" y="4994"/>
                  </a:cubicBezTo>
                  <a:cubicBezTo>
                    <a:pt x="5806" y="5221"/>
                    <a:pt x="6137" y="5469"/>
                    <a:pt x="6423" y="5766"/>
                  </a:cubicBezTo>
                  <a:cubicBezTo>
                    <a:pt x="6556" y="5903"/>
                    <a:pt x="6671" y="6054"/>
                    <a:pt x="6790" y="6203"/>
                  </a:cubicBezTo>
                  <a:cubicBezTo>
                    <a:pt x="6894" y="6334"/>
                    <a:pt x="6999" y="6467"/>
                    <a:pt x="7097" y="6603"/>
                  </a:cubicBezTo>
                  <a:cubicBezTo>
                    <a:pt x="7224" y="6778"/>
                    <a:pt x="7348" y="6962"/>
                    <a:pt x="7446" y="7159"/>
                  </a:cubicBezTo>
                  <a:cubicBezTo>
                    <a:pt x="7568" y="6969"/>
                    <a:pt x="7679" y="6768"/>
                    <a:pt x="7778" y="6558"/>
                  </a:cubicBezTo>
                  <a:cubicBezTo>
                    <a:pt x="7651" y="5887"/>
                    <a:pt x="7381" y="5239"/>
                    <a:pt x="7012" y="4667"/>
                  </a:cubicBezTo>
                  <a:cubicBezTo>
                    <a:pt x="6616" y="4057"/>
                    <a:pt x="6099" y="3539"/>
                    <a:pt x="5448" y="3208"/>
                  </a:cubicBezTo>
                  <a:cubicBezTo>
                    <a:pt x="5080" y="3020"/>
                    <a:pt x="4691" y="2884"/>
                    <a:pt x="4311" y="2727"/>
                  </a:cubicBezTo>
                  <a:cubicBezTo>
                    <a:pt x="3945" y="2578"/>
                    <a:pt x="3590" y="2402"/>
                    <a:pt x="3254" y="2193"/>
                  </a:cubicBezTo>
                  <a:cubicBezTo>
                    <a:pt x="2916" y="1986"/>
                    <a:pt x="2597" y="1746"/>
                    <a:pt x="2301" y="1482"/>
                  </a:cubicBezTo>
                  <a:cubicBezTo>
                    <a:pt x="2031" y="1243"/>
                    <a:pt x="1775" y="987"/>
                    <a:pt x="1557" y="701"/>
                  </a:cubicBezTo>
                  <a:cubicBezTo>
                    <a:pt x="1390" y="481"/>
                    <a:pt x="1240" y="245"/>
                    <a:pt x="1109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446040" y="2907360"/>
              <a:ext cx="563400" cy="507600"/>
            </a:xfrm>
            <a:custGeom>
              <a:rect b="b" l="l" r="r" t="t"/>
              <a:pathLst>
                <a:path extrusionOk="0" h="7400" w="8213">
                  <a:moveTo>
                    <a:pt x="256" y="1"/>
                  </a:moveTo>
                  <a:cubicBezTo>
                    <a:pt x="165" y="137"/>
                    <a:pt x="79" y="278"/>
                    <a:pt x="0" y="425"/>
                  </a:cubicBezTo>
                  <a:cubicBezTo>
                    <a:pt x="487" y="800"/>
                    <a:pt x="980" y="1167"/>
                    <a:pt x="1460" y="1551"/>
                  </a:cubicBezTo>
                  <a:cubicBezTo>
                    <a:pt x="2069" y="2038"/>
                    <a:pt x="2649" y="2559"/>
                    <a:pt x="3181" y="3129"/>
                  </a:cubicBezTo>
                  <a:cubicBezTo>
                    <a:pt x="3693" y="3675"/>
                    <a:pt x="4184" y="4255"/>
                    <a:pt x="4536" y="4921"/>
                  </a:cubicBezTo>
                  <a:cubicBezTo>
                    <a:pt x="4700" y="5236"/>
                    <a:pt x="4847" y="5561"/>
                    <a:pt x="5025" y="5869"/>
                  </a:cubicBezTo>
                  <a:cubicBezTo>
                    <a:pt x="5196" y="6166"/>
                    <a:pt x="5375" y="6455"/>
                    <a:pt x="5576" y="6730"/>
                  </a:cubicBezTo>
                  <a:cubicBezTo>
                    <a:pt x="5752" y="6971"/>
                    <a:pt x="5947" y="7196"/>
                    <a:pt x="6162" y="7400"/>
                  </a:cubicBezTo>
                  <a:cubicBezTo>
                    <a:pt x="6952" y="7093"/>
                    <a:pt x="7664" y="6585"/>
                    <a:pt x="8213" y="5911"/>
                  </a:cubicBezTo>
                  <a:cubicBezTo>
                    <a:pt x="7931" y="5282"/>
                    <a:pt x="7521" y="4709"/>
                    <a:pt x="7031" y="4226"/>
                  </a:cubicBezTo>
                  <a:cubicBezTo>
                    <a:pt x="6748" y="3947"/>
                    <a:pt x="6436" y="3696"/>
                    <a:pt x="6098" y="3487"/>
                  </a:cubicBezTo>
                  <a:cubicBezTo>
                    <a:pt x="5717" y="3251"/>
                    <a:pt x="5300" y="3074"/>
                    <a:pt x="4879" y="2926"/>
                  </a:cubicBezTo>
                  <a:cubicBezTo>
                    <a:pt x="4437" y="2768"/>
                    <a:pt x="3977" y="2659"/>
                    <a:pt x="3549" y="2460"/>
                  </a:cubicBezTo>
                  <a:cubicBezTo>
                    <a:pt x="3135" y="2267"/>
                    <a:pt x="2744" y="2026"/>
                    <a:pt x="2366" y="1771"/>
                  </a:cubicBezTo>
                  <a:cubicBezTo>
                    <a:pt x="1995" y="1522"/>
                    <a:pt x="1623" y="1268"/>
                    <a:pt x="1276" y="988"/>
                  </a:cubicBezTo>
                  <a:cubicBezTo>
                    <a:pt x="958" y="729"/>
                    <a:pt x="661" y="446"/>
                    <a:pt x="385" y="145"/>
                  </a:cubicBezTo>
                  <a:cubicBezTo>
                    <a:pt x="341" y="98"/>
                    <a:pt x="298" y="49"/>
                    <a:pt x="256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403560" y="3024360"/>
              <a:ext cx="425160" cy="409320"/>
            </a:xfrm>
            <a:custGeom>
              <a:rect b="b" l="l" r="r" t="t"/>
              <a:pathLst>
                <a:path extrusionOk="0" h="5969" w="6200">
                  <a:moveTo>
                    <a:pt x="144" y="1"/>
                  </a:moveTo>
                  <a:cubicBezTo>
                    <a:pt x="24" y="535"/>
                    <a:pt x="0" y="1074"/>
                    <a:pt x="56" y="1600"/>
                  </a:cubicBezTo>
                  <a:cubicBezTo>
                    <a:pt x="398" y="1960"/>
                    <a:pt x="771" y="2289"/>
                    <a:pt x="1171" y="2583"/>
                  </a:cubicBezTo>
                  <a:cubicBezTo>
                    <a:pt x="1692" y="2966"/>
                    <a:pt x="2253" y="3278"/>
                    <a:pt x="2844" y="3539"/>
                  </a:cubicBezTo>
                  <a:cubicBezTo>
                    <a:pt x="3481" y="3822"/>
                    <a:pt x="4173" y="4052"/>
                    <a:pt x="4699" y="4528"/>
                  </a:cubicBezTo>
                  <a:cubicBezTo>
                    <a:pt x="5142" y="4927"/>
                    <a:pt x="5526" y="5423"/>
                    <a:pt x="5773" y="5968"/>
                  </a:cubicBezTo>
                  <a:cubicBezTo>
                    <a:pt x="5916" y="5944"/>
                    <a:pt x="6058" y="5916"/>
                    <a:pt x="6200" y="5880"/>
                  </a:cubicBezTo>
                  <a:cubicBezTo>
                    <a:pt x="5845" y="5478"/>
                    <a:pt x="5536" y="5041"/>
                    <a:pt x="5249" y="4586"/>
                  </a:cubicBezTo>
                  <a:cubicBezTo>
                    <a:pt x="5052" y="4273"/>
                    <a:pt x="4865" y="3954"/>
                    <a:pt x="4672" y="3638"/>
                  </a:cubicBezTo>
                  <a:cubicBezTo>
                    <a:pt x="4477" y="3313"/>
                    <a:pt x="4280" y="2989"/>
                    <a:pt x="4052" y="2686"/>
                  </a:cubicBezTo>
                  <a:cubicBezTo>
                    <a:pt x="3602" y="2094"/>
                    <a:pt x="3054" y="1578"/>
                    <a:pt x="2446" y="1151"/>
                  </a:cubicBezTo>
                  <a:cubicBezTo>
                    <a:pt x="2138" y="935"/>
                    <a:pt x="1814" y="741"/>
                    <a:pt x="1479" y="573"/>
                  </a:cubicBezTo>
                  <a:cubicBezTo>
                    <a:pt x="1180" y="421"/>
                    <a:pt x="868" y="298"/>
                    <a:pt x="558" y="173"/>
                  </a:cubicBezTo>
                  <a:cubicBezTo>
                    <a:pt x="421" y="116"/>
                    <a:pt x="283" y="60"/>
                    <a:pt x="144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471240" y="3299040"/>
              <a:ext cx="145800" cy="113760"/>
            </a:xfrm>
            <a:custGeom>
              <a:rect b="b" l="l" r="r" t="t"/>
              <a:pathLst>
                <a:path extrusionOk="0" h="1668" w="2132">
                  <a:moveTo>
                    <a:pt x="0" y="1"/>
                  </a:moveTo>
                  <a:cubicBezTo>
                    <a:pt x="525" y="720"/>
                    <a:pt x="1247" y="1308"/>
                    <a:pt x="2132" y="1668"/>
                  </a:cubicBezTo>
                  <a:cubicBezTo>
                    <a:pt x="1791" y="1290"/>
                    <a:pt x="1417" y="945"/>
                    <a:pt x="1016" y="634"/>
                  </a:cubicBezTo>
                  <a:cubicBezTo>
                    <a:pt x="810" y="473"/>
                    <a:pt x="602" y="310"/>
                    <a:pt x="373" y="184"/>
                  </a:cubicBezTo>
                  <a:cubicBezTo>
                    <a:pt x="253" y="116"/>
                    <a:pt x="127" y="57"/>
                    <a:pt x="0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57225" lIns="90000" spcFirstLastPara="1" rIns="90000" wrap="square" tIns="57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421560" y="3201480"/>
              <a:ext cx="310320" cy="236160"/>
            </a:xfrm>
            <a:custGeom>
              <a:rect b="b" l="l" r="r" t="t"/>
              <a:pathLst>
                <a:path extrusionOk="0" h="3450" w="4529">
                  <a:moveTo>
                    <a:pt x="0" y="0"/>
                  </a:moveTo>
                  <a:lnTo>
                    <a:pt x="0" y="0"/>
                  </a:lnTo>
                  <a:cubicBezTo>
                    <a:pt x="90" y="281"/>
                    <a:pt x="205" y="555"/>
                    <a:pt x="344" y="815"/>
                  </a:cubicBezTo>
                  <a:cubicBezTo>
                    <a:pt x="403" y="872"/>
                    <a:pt x="463" y="928"/>
                    <a:pt x="529" y="980"/>
                  </a:cubicBezTo>
                  <a:cubicBezTo>
                    <a:pt x="697" y="1116"/>
                    <a:pt x="879" y="1236"/>
                    <a:pt x="1067" y="1347"/>
                  </a:cubicBezTo>
                  <a:cubicBezTo>
                    <a:pt x="1724" y="1736"/>
                    <a:pt x="2459" y="2024"/>
                    <a:pt x="3054" y="2516"/>
                  </a:cubicBezTo>
                  <a:cubicBezTo>
                    <a:pt x="3335" y="2749"/>
                    <a:pt x="3570" y="3029"/>
                    <a:pt x="3736" y="3354"/>
                  </a:cubicBezTo>
                  <a:cubicBezTo>
                    <a:pt x="4000" y="3407"/>
                    <a:pt x="4266" y="3439"/>
                    <a:pt x="4529" y="3450"/>
                  </a:cubicBezTo>
                  <a:cubicBezTo>
                    <a:pt x="4461" y="3070"/>
                    <a:pt x="4276" y="2707"/>
                    <a:pt x="4071" y="2390"/>
                  </a:cubicBezTo>
                  <a:cubicBezTo>
                    <a:pt x="3812" y="1993"/>
                    <a:pt x="3480" y="1605"/>
                    <a:pt x="3053" y="1383"/>
                  </a:cubicBezTo>
                  <a:cubicBezTo>
                    <a:pt x="2475" y="1081"/>
                    <a:pt x="1826" y="964"/>
                    <a:pt x="1221" y="730"/>
                  </a:cubicBezTo>
                  <a:cubicBezTo>
                    <a:pt x="773" y="558"/>
                    <a:pt x="366" y="306"/>
                    <a:pt x="0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852120" y="2774160"/>
              <a:ext cx="219960" cy="226440"/>
            </a:xfrm>
            <a:custGeom>
              <a:rect b="b" l="l" r="r" t="t"/>
              <a:pathLst>
                <a:path extrusionOk="0" h="3310" w="3211">
                  <a:moveTo>
                    <a:pt x="1" y="1"/>
                  </a:moveTo>
                  <a:lnTo>
                    <a:pt x="1" y="1"/>
                  </a:lnTo>
                  <a:cubicBezTo>
                    <a:pt x="215" y="241"/>
                    <a:pt x="442" y="468"/>
                    <a:pt x="677" y="687"/>
                  </a:cubicBezTo>
                  <a:cubicBezTo>
                    <a:pt x="1020" y="1006"/>
                    <a:pt x="1377" y="1311"/>
                    <a:pt x="1729" y="1619"/>
                  </a:cubicBezTo>
                  <a:cubicBezTo>
                    <a:pt x="2095" y="1942"/>
                    <a:pt x="2453" y="2265"/>
                    <a:pt x="2754" y="2650"/>
                  </a:cubicBezTo>
                  <a:cubicBezTo>
                    <a:pt x="2919" y="2860"/>
                    <a:pt x="3068" y="3082"/>
                    <a:pt x="3210" y="3309"/>
                  </a:cubicBezTo>
                  <a:cubicBezTo>
                    <a:pt x="2794" y="1901"/>
                    <a:pt x="1759" y="692"/>
                    <a:pt x="290" y="106"/>
                  </a:cubicBezTo>
                  <a:cubicBezTo>
                    <a:pt x="194" y="67"/>
                    <a:pt x="98" y="32"/>
                    <a:pt x="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257760" y="2723760"/>
              <a:ext cx="960840" cy="718560"/>
            </a:xfrm>
            <a:custGeom>
              <a:rect b="b" l="l" r="r" t="t"/>
              <a:pathLst>
                <a:path extrusionOk="0" h="10473" w="14003">
                  <a:moveTo>
                    <a:pt x="2477" y="1"/>
                  </a:moveTo>
                  <a:cubicBezTo>
                    <a:pt x="1967" y="1"/>
                    <a:pt x="1491" y="212"/>
                    <a:pt x="1058" y="734"/>
                  </a:cubicBezTo>
                  <a:cubicBezTo>
                    <a:pt x="0" y="2006"/>
                    <a:pt x="551" y="3871"/>
                    <a:pt x="5251" y="7430"/>
                  </a:cubicBezTo>
                  <a:cubicBezTo>
                    <a:pt x="8134" y="9612"/>
                    <a:pt x="10158" y="10473"/>
                    <a:pt x="11480" y="10473"/>
                  </a:cubicBezTo>
                  <a:cubicBezTo>
                    <a:pt x="12284" y="10473"/>
                    <a:pt x="12828" y="10155"/>
                    <a:pt x="13151" y="9624"/>
                  </a:cubicBezTo>
                  <a:cubicBezTo>
                    <a:pt x="14003" y="8218"/>
                    <a:pt x="12683" y="6906"/>
                    <a:pt x="11968" y="6476"/>
                  </a:cubicBezTo>
                  <a:cubicBezTo>
                    <a:pt x="11877" y="6862"/>
                    <a:pt x="11818" y="7046"/>
                    <a:pt x="11722" y="7284"/>
                  </a:cubicBezTo>
                  <a:cubicBezTo>
                    <a:pt x="11921" y="7363"/>
                    <a:pt x="12248" y="7771"/>
                    <a:pt x="11989" y="8251"/>
                  </a:cubicBezTo>
                  <a:cubicBezTo>
                    <a:pt x="11874" y="8464"/>
                    <a:pt x="11670" y="8587"/>
                    <a:pt x="11347" y="8587"/>
                  </a:cubicBezTo>
                  <a:cubicBezTo>
                    <a:pt x="10576" y="8587"/>
                    <a:pt x="9133" y="7886"/>
                    <a:pt x="6636" y="6038"/>
                  </a:cubicBezTo>
                  <a:cubicBezTo>
                    <a:pt x="3094" y="3418"/>
                    <a:pt x="2215" y="2023"/>
                    <a:pt x="2607" y="1623"/>
                  </a:cubicBezTo>
                  <a:cubicBezTo>
                    <a:pt x="2724" y="1503"/>
                    <a:pt x="2874" y="1457"/>
                    <a:pt x="3030" y="1457"/>
                  </a:cubicBezTo>
                  <a:cubicBezTo>
                    <a:pt x="3332" y="1457"/>
                    <a:pt x="3655" y="1627"/>
                    <a:pt x="3795" y="1756"/>
                  </a:cubicBezTo>
                  <a:cubicBezTo>
                    <a:pt x="4079" y="1511"/>
                    <a:pt x="4460" y="1244"/>
                    <a:pt x="4869" y="1022"/>
                  </a:cubicBezTo>
                  <a:cubicBezTo>
                    <a:pt x="4016" y="439"/>
                    <a:pt x="3211" y="1"/>
                    <a:pt x="2477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501840" y="2822040"/>
              <a:ext cx="20880" cy="19080"/>
            </a:xfrm>
            <a:custGeom>
              <a:rect b="b" l="l" r="r" t="t"/>
              <a:pathLst>
                <a:path extrusionOk="0" h="288" w="315">
                  <a:moveTo>
                    <a:pt x="0" y="0"/>
                  </a:moveTo>
                  <a:lnTo>
                    <a:pt x="0" y="0"/>
                  </a:lnTo>
                  <a:cubicBezTo>
                    <a:pt x="25" y="21"/>
                    <a:pt x="50" y="42"/>
                    <a:pt x="73" y="64"/>
                  </a:cubicBezTo>
                  <a:cubicBezTo>
                    <a:pt x="147" y="133"/>
                    <a:pt x="218" y="209"/>
                    <a:pt x="285" y="288"/>
                  </a:cubicBezTo>
                  <a:cubicBezTo>
                    <a:pt x="293" y="282"/>
                    <a:pt x="303" y="272"/>
                    <a:pt x="314" y="264"/>
                  </a:cubicBezTo>
                  <a:cubicBezTo>
                    <a:pt x="212" y="174"/>
                    <a:pt x="108" y="85"/>
                    <a:pt x="0" y="0"/>
                  </a:cubicBezTo>
                  <a:close/>
                </a:path>
              </a:pathLst>
            </a:custGeom>
            <a:solidFill>
              <a:srgbClr val="D77A4B"/>
            </a:solidFill>
            <a:ln>
              <a:noFill/>
            </a:ln>
          </p:spPr>
          <p:txBody>
            <a:bodyPr anchorCtr="0" anchor="ctr" bIns="9700" lIns="90000" spcFirstLastPara="1" rIns="90000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389520" y="2783880"/>
              <a:ext cx="101160" cy="155520"/>
            </a:xfrm>
            <a:custGeom>
              <a:rect b="b" l="l" r="r" t="t"/>
              <a:pathLst>
                <a:path extrusionOk="0" h="2273" w="1486">
                  <a:moveTo>
                    <a:pt x="530" y="1"/>
                  </a:moveTo>
                  <a:cubicBezTo>
                    <a:pt x="515" y="1"/>
                    <a:pt x="500" y="1"/>
                    <a:pt x="485" y="2"/>
                  </a:cubicBezTo>
                  <a:cubicBezTo>
                    <a:pt x="282" y="18"/>
                    <a:pt x="103" y="168"/>
                    <a:pt x="52" y="367"/>
                  </a:cubicBezTo>
                  <a:cubicBezTo>
                    <a:pt x="0" y="578"/>
                    <a:pt x="78" y="809"/>
                    <a:pt x="160" y="1003"/>
                  </a:cubicBezTo>
                  <a:cubicBezTo>
                    <a:pt x="266" y="1253"/>
                    <a:pt x="411" y="1485"/>
                    <a:pt x="567" y="1708"/>
                  </a:cubicBezTo>
                  <a:cubicBezTo>
                    <a:pt x="705" y="1902"/>
                    <a:pt x="851" y="2091"/>
                    <a:pt x="1007" y="2273"/>
                  </a:cubicBezTo>
                  <a:cubicBezTo>
                    <a:pt x="715" y="1903"/>
                    <a:pt x="449" y="1495"/>
                    <a:pt x="344" y="1030"/>
                  </a:cubicBezTo>
                  <a:cubicBezTo>
                    <a:pt x="302" y="835"/>
                    <a:pt x="282" y="600"/>
                    <a:pt x="398" y="424"/>
                  </a:cubicBezTo>
                  <a:cubicBezTo>
                    <a:pt x="497" y="273"/>
                    <a:pt x="676" y="220"/>
                    <a:pt x="850" y="220"/>
                  </a:cubicBezTo>
                  <a:cubicBezTo>
                    <a:pt x="903" y="220"/>
                    <a:pt x="957" y="225"/>
                    <a:pt x="1007" y="234"/>
                  </a:cubicBezTo>
                  <a:cubicBezTo>
                    <a:pt x="1181" y="265"/>
                    <a:pt x="1340" y="341"/>
                    <a:pt x="1486" y="441"/>
                  </a:cubicBezTo>
                  <a:cubicBezTo>
                    <a:pt x="1361" y="349"/>
                    <a:pt x="1234" y="264"/>
                    <a:pt x="1101" y="190"/>
                  </a:cubicBezTo>
                  <a:cubicBezTo>
                    <a:pt x="931" y="93"/>
                    <a:pt x="731" y="1"/>
                    <a:pt x="530" y="1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78100" lIns="90000" spcFirstLastPara="1" rIns="90000" wrap="square" tIns="7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272160" y="2810520"/>
              <a:ext cx="863640" cy="631800"/>
            </a:xfrm>
            <a:custGeom>
              <a:rect b="b" l="l" r="r" t="t"/>
              <a:pathLst>
                <a:path extrusionOk="0" h="9212" w="12587">
                  <a:moveTo>
                    <a:pt x="521" y="1"/>
                  </a:moveTo>
                  <a:lnTo>
                    <a:pt x="521" y="1"/>
                  </a:lnTo>
                  <a:cubicBezTo>
                    <a:pt x="1" y="1258"/>
                    <a:pt x="948" y="3073"/>
                    <a:pt x="5040" y="6170"/>
                  </a:cubicBezTo>
                  <a:cubicBezTo>
                    <a:pt x="7923" y="8351"/>
                    <a:pt x="9946" y="9212"/>
                    <a:pt x="11269" y="9212"/>
                  </a:cubicBezTo>
                  <a:cubicBezTo>
                    <a:pt x="11830" y="9212"/>
                    <a:pt x="12265" y="9057"/>
                    <a:pt x="12587" y="8783"/>
                  </a:cubicBezTo>
                  <a:lnTo>
                    <a:pt x="12587" y="8783"/>
                  </a:lnTo>
                  <a:cubicBezTo>
                    <a:pt x="12191" y="9049"/>
                    <a:pt x="11711" y="9162"/>
                    <a:pt x="11239" y="9171"/>
                  </a:cubicBezTo>
                  <a:cubicBezTo>
                    <a:pt x="11218" y="9171"/>
                    <a:pt x="11197" y="9172"/>
                    <a:pt x="11176" y="9172"/>
                  </a:cubicBezTo>
                  <a:cubicBezTo>
                    <a:pt x="10629" y="9172"/>
                    <a:pt x="10113" y="9028"/>
                    <a:pt x="9607" y="8821"/>
                  </a:cubicBezTo>
                  <a:cubicBezTo>
                    <a:pt x="8887" y="8526"/>
                    <a:pt x="8207" y="8145"/>
                    <a:pt x="7549" y="7729"/>
                  </a:cubicBezTo>
                  <a:cubicBezTo>
                    <a:pt x="6270" y="6921"/>
                    <a:pt x="5016" y="6047"/>
                    <a:pt x="3885" y="5037"/>
                  </a:cubicBezTo>
                  <a:cubicBezTo>
                    <a:pt x="2951" y="4202"/>
                    <a:pt x="2105" y="3277"/>
                    <a:pt x="1470" y="2191"/>
                  </a:cubicBezTo>
                  <a:cubicBezTo>
                    <a:pt x="1067" y="1500"/>
                    <a:pt x="758" y="762"/>
                    <a:pt x="521" y="1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338760" y="2724120"/>
              <a:ext cx="822240" cy="692640"/>
            </a:xfrm>
            <a:custGeom>
              <a:rect b="b" l="l" r="r" t="t"/>
              <a:pathLst>
                <a:path extrusionOk="0" h="10094" w="11981">
                  <a:moveTo>
                    <a:pt x="1294" y="0"/>
                  </a:moveTo>
                  <a:cubicBezTo>
                    <a:pt x="941" y="0"/>
                    <a:pt x="606" y="101"/>
                    <a:pt x="289" y="335"/>
                  </a:cubicBezTo>
                  <a:cubicBezTo>
                    <a:pt x="196" y="491"/>
                    <a:pt x="143" y="671"/>
                    <a:pt x="118" y="847"/>
                  </a:cubicBezTo>
                  <a:cubicBezTo>
                    <a:pt x="0" y="1728"/>
                    <a:pt x="521" y="2549"/>
                    <a:pt x="1000" y="3240"/>
                  </a:cubicBezTo>
                  <a:cubicBezTo>
                    <a:pt x="1553" y="4040"/>
                    <a:pt x="2172" y="4795"/>
                    <a:pt x="2855" y="5487"/>
                  </a:cubicBezTo>
                  <a:cubicBezTo>
                    <a:pt x="3553" y="6194"/>
                    <a:pt x="4317" y="6830"/>
                    <a:pt x="5124" y="7408"/>
                  </a:cubicBezTo>
                  <a:cubicBezTo>
                    <a:pt x="5560" y="7721"/>
                    <a:pt x="6010" y="8013"/>
                    <a:pt x="6467" y="8295"/>
                  </a:cubicBezTo>
                  <a:cubicBezTo>
                    <a:pt x="6927" y="8580"/>
                    <a:pt x="7398" y="8848"/>
                    <a:pt x="7854" y="9141"/>
                  </a:cubicBezTo>
                  <a:cubicBezTo>
                    <a:pt x="8308" y="9432"/>
                    <a:pt x="8758" y="9728"/>
                    <a:pt x="9261" y="9928"/>
                  </a:cubicBezTo>
                  <a:cubicBezTo>
                    <a:pt x="9539" y="10038"/>
                    <a:pt x="9839" y="10093"/>
                    <a:pt x="10138" y="10093"/>
                  </a:cubicBezTo>
                  <a:cubicBezTo>
                    <a:pt x="10203" y="10093"/>
                    <a:pt x="10269" y="10091"/>
                    <a:pt x="10334" y="10086"/>
                  </a:cubicBezTo>
                  <a:cubicBezTo>
                    <a:pt x="10688" y="10056"/>
                    <a:pt x="11043" y="9947"/>
                    <a:pt x="11332" y="9736"/>
                  </a:cubicBezTo>
                  <a:cubicBezTo>
                    <a:pt x="11630" y="9518"/>
                    <a:pt x="11823" y="9202"/>
                    <a:pt x="11899" y="8843"/>
                  </a:cubicBezTo>
                  <a:cubicBezTo>
                    <a:pt x="11980" y="8456"/>
                    <a:pt x="11904" y="8046"/>
                    <a:pt x="11757" y="7684"/>
                  </a:cubicBezTo>
                  <a:cubicBezTo>
                    <a:pt x="11603" y="7302"/>
                    <a:pt x="11363" y="6944"/>
                    <a:pt x="11050" y="6674"/>
                  </a:cubicBezTo>
                  <a:cubicBezTo>
                    <a:pt x="10967" y="6602"/>
                    <a:pt x="10878" y="6538"/>
                    <a:pt x="10784" y="6481"/>
                  </a:cubicBezTo>
                  <a:cubicBezTo>
                    <a:pt x="10770" y="6538"/>
                    <a:pt x="10758" y="6588"/>
                    <a:pt x="10746" y="6637"/>
                  </a:cubicBezTo>
                  <a:cubicBezTo>
                    <a:pt x="10809" y="6685"/>
                    <a:pt x="10870" y="6732"/>
                    <a:pt x="10929" y="6784"/>
                  </a:cubicBezTo>
                  <a:cubicBezTo>
                    <a:pt x="11064" y="6899"/>
                    <a:pt x="11187" y="7032"/>
                    <a:pt x="11282" y="7183"/>
                  </a:cubicBezTo>
                  <a:cubicBezTo>
                    <a:pt x="11444" y="7436"/>
                    <a:pt x="11526" y="7732"/>
                    <a:pt x="11516" y="8033"/>
                  </a:cubicBezTo>
                  <a:cubicBezTo>
                    <a:pt x="11505" y="8330"/>
                    <a:pt x="11406" y="8620"/>
                    <a:pt x="11253" y="8872"/>
                  </a:cubicBezTo>
                  <a:cubicBezTo>
                    <a:pt x="11097" y="9130"/>
                    <a:pt x="10875" y="9384"/>
                    <a:pt x="10611" y="9533"/>
                  </a:cubicBezTo>
                  <a:cubicBezTo>
                    <a:pt x="10434" y="9633"/>
                    <a:pt x="10245" y="9674"/>
                    <a:pt x="10054" y="9674"/>
                  </a:cubicBezTo>
                  <a:cubicBezTo>
                    <a:pt x="9671" y="9674"/>
                    <a:pt x="9278" y="9511"/>
                    <a:pt x="8947" y="9340"/>
                  </a:cubicBezTo>
                  <a:cubicBezTo>
                    <a:pt x="8652" y="9190"/>
                    <a:pt x="8370" y="9019"/>
                    <a:pt x="8078" y="8863"/>
                  </a:cubicBezTo>
                  <a:cubicBezTo>
                    <a:pt x="7666" y="8643"/>
                    <a:pt x="7256" y="8422"/>
                    <a:pt x="6850" y="8194"/>
                  </a:cubicBezTo>
                  <a:cubicBezTo>
                    <a:pt x="6036" y="7736"/>
                    <a:pt x="5241" y="7245"/>
                    <a:pt x="4507" y="6669"/>
                  </a:cubicBezTo>
                  <a:cubicBezTo>
                    <a:pt x="4138" y="6380"/>
                    <a:pt x="3788" y="6064"/>
                    <a:pt x="3444" y="5746"/>
                  </a:cubicBezTo>
                  <a:cubicBezTo>
                    <a:pt x="3104" y="5432"/>
                    <a:pt x="2771" y="5109"/>
                    <a:pt x="2446" y="4780"/>
                  </a:cubicBezTo>
                  <a:cubicBezTo>
                    <a:pt x="2133" y="4465"/>
                    <a:pt x="1827" y="4146"/>
                    <a:pt x="1536" y="3811"/>
                  </a:cubicBezTo>
                  <a:cubicBezTo>
                    <a:pt x="1264" y="3497"/>
                    <a:pt x="1008" y="3167"/>
                    <a:pt x="808" y="2802"/>
                  </a:cubicBezTo>
                  <a:cubicBezTo>
                    <a:pt x="646" y="2507"/>
                    <a:pt x="478" y="2210"/>
                    <a:pt x="362" y="1894"/>
                  </a:cubicBezTo>
                  <a:cubicBezTo>
                    <a:pt x="259" y="1609"/>
                    <a:pt x="179" y="1268"/>
                    <a:pt x="310" y="979"/>
                  </a:cubicBezTo>
                  <a:cubicBezTo>
                    <a:pt x="414" y="749"/>
                    <a:pt x="645" y="580"/>
                    <a:pt x="882" y="507"/>
                  </a:cubicBezTo>
                  <a:cubicBezTo>
                    <a:pt x="1011" y="466"/>
                    <a:pt x="1145" y="449"/>
                    <a:pt x="1279" y="449"/>
                  </a:cubicBezTo>
                  <a:cubicBezTo>
                    <a:pt x="1399" y="449"/>
                    <a:pt x="1518" y="463"/>
                    <a:pt x="1634" y="486"/>
                  </a:cubicBezTo>
                  <a:cubicBezTo>
                    <a:pt x="2157" y="588"/>
                    <a:pt x="2664" y="857"/>
                    <a:pt x="3059" y="1211"/>
                  </a:cubicBezTo>
                  <a:cubicBezTo>
                    <a:pt x="3101" y="1248"/>
                    <a:pt x="3141" y="1287"/>
                    <a:pt x="3179" y="1326"/>
                  </a:cubicBezTo>
                  <a:cubicBezTo>
                    <a:pt x="3259" y="1274"/>
                    <a:pt x="3342" y="1221"/>
                    <a:pt x="3426" y="1169"/>
                  </a:cubicBezTo>
                  <a:cubicBezTo>
                    <a:pt x="3362" y="1114"/>
                    <a:pt x="3296" y="1057"/>
                    <a:pt x="3228" y="1004"/>
                  </a:cubicBezTo>
                  <a:cubicBezTo>
                    <a:pt x="3041" y="855"/>
                    <a:pt x="2849" y="713"/>
                    <a:pt x="2651" y="581"/>
                  </a:cubicBezTo>
                  <a:cubicBezTo>
                    <a:pt x="2326" y="365"/>
                    <a:pt x="1966" y="147"/>
                    <a:pt x="1586" y="22"/>
                  </a:cubicBezTo>
                  <a:cubicBezTo>
                    <a:pt x="1487" y="8"/>
                    <a:pt x="1390" y="0"/>
                    <a:pt x="1294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657000" y="3115080"/>
              <a:ext cx="461880" cy="240120"/>
            </a:xfrm>
            <a:custGeom>
              <a:rect b="b" l="l" r="r" t="t"/>
              <a:pathLst>
                <a:path extrusionOk="0" h="3505" w="6737">
                  <a:moveTo>
                    <a:pt x="1" y="0"/>
                  </a:moveTo>
                  <a:cubicBezTo>
                    <a:pt x="204" y="163"/>
                    <a:pt x="404" y="330"/>
                    <a:pt x="600" y="503"/>
                  </a:cubicBezTo>
                  <a:cubicBezTo>
                    <a:pt x="911" y="776"/>
                    <a:pt x="1217" y="1049"/>
                    <a:pt x="1549" y="1299"/>
                  </a:cubicBezTo>
                  <a:cubicBezTo>
                    <a:pt x="2205" y="1794"/>
                    <a:pt x="2909" y="2223"/>
                    <a:pt x="3590" y="2679"/>
                  </a:cubicBezTo>
                  <a:cubicBezTo>
                    <a:pt x="4066" y="2997"/>
                    <a:pt x="4563" y="3355"/>
                    <a:pt x="5133" y="3471"/>
                  </a:cubicBezTo>
                  <a:cubicBezTo>
                    <a:pt x="5240" y="3493"/>
                    <a:pt x="5348" y="3505"/>
                    <a:pt x="5456" y="3505"/>
                  </a:cubicBezTo>
                  <a:cubicBezTo>
                    <a:pt x="5633" y="3505"/>
                    <a:pt x="5809" y="3474"/>
                    <a:pt x="5976" y="3407"/>
                  </a:cubicBezTo>
                  <a:cubicBezTo>
                    <a:pt x="6244" y="3299"/>
                    <a:pt x="6532" y="3107"/>
                    <a:pt x="6644" y="2829"/>
                  </a:cubicBezTo>
                  <a:cubicBezTo>
                    <a:pt x="6737" y="2603"/>
                    <a:pt x="6680" y="2358"/>
                    <a:pt x="6579" y="2145"/>
                  </a:cubicBezTo>
                  <a:cubicBezTo>
                    <a:pt x="6517" y="2015"/>
                    <a:pt x="6439" y="1894"/>
                    <a:pt x="6353" y="1778"/>
                  </a:cubicBezTo>
                  <a:lnTo>
                    <a:pt x="6353" y="1778"/>
                  </a:lnTo>
                  <a:cubicBezTo>
                    <a:pt x="6533" y="2068"/>
                    <a:pt x="6583" y="2419"/>
                    <a:pt x="6337" y="2712"/>
                  </a:cubicBezTo>
                  <a:cubicBezTo>
                    <a:pt x="6092" y="3005"/>
                    <a:pt x="5735" y="3109"/>
                    <a:pt x="5369" y="3109"/>
                  </a:cubicBezTo>
                  <a:cubicBezTo>
                    <a:pt x="5284" y="3109"/>
                    <a:pt x="5200" y="3104"/>
                    <a:pt x="5115" y="3094"/>
                  </a:cubicBezTo>
                  <a:cubicBezTo>
                    <a:pt x="4656" y="3037"/>
                    <a:pt x="4211" y="2867"/>
                    <a:pt x="3801" y="2659"/>
                  </a:cubicBezTo>
                  <a:cubicBezTo>
                    <a:pt x="3135" y="2322"/>
                    <a:pt x="2510" y="1910"/>
                    <a:pt x="1908" y="1469"/>
                  </a:cubicBezTo>
                  <a:cubicBezTo>
                    <a:pt x="1313" y="1031"/>
                    <a:pt x="740" y="565"/>
                    <a:pt x="153" y="116"/>
                  </a:cubicBezTo>
                  <a:cubicBezTo>
                    <a:pt x="103" y="78"/>
                    <a:pt x="52" y="40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235"/>
              </a:srgbClr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870840" y="3043080"/>
              <a:ext cx="230040" cy="271800"/>
            </a:xfrm>
            <a:custGeom>
              <a:rect b="b" l="l" r="r" t="t"/>
              <a:pathLst>
                <a:path extrusionOk="0" h="3967" w="3360">
                  <a:moveTo>
                    <a:pt x="3096" y="0"/>
                  </a:moveTo>
                  <a:cubicBezTo>
                    <a:pt x="3093" y="0"/>
                    <a:pt x="3090" y="3"/>
                    <a:pt x="3090" y="6"/>
                  </a:cubicBezTo>
                  <a:cubicBezTo>
                    <a:pt x="3154" y="717"/>
                    <a:pt x="3119" y="1411"/>
                    <a:pt x="2916" y="2098"/>
                  </a:cubicBezTo>
                  <a:cubicBezTo>
                    <a:pt x="2731" y="2727"/>
                    <a:pt x="2408" y="3251"/>
                    <a:pt x="2051" y="3790"/>
                  </a:cubicBezTo>
                  <a:cubicBezTo>
                    <a:pt x="1852" y="3749"/>
                    <a:pt x="1664" y="3690"/>
                    <a:pt x="1525" y="3643"/>
                  </a:cubicBezTo>
                  <a:cubicBezTo>
                    <a:pt x="1012" y="3469"/>
                    <a:pt x="522" y="3210"/>
                    <a:pt x="53" y="2942"/>
                  </a:cubicBezTo>
                  <a:cubicBezTo>
                    <a:pt x="49" y="2939"/>
                    <a:pt x="44" y="2938"/>
                    <a:pt x="40" y="2938"/>
                  </a:cubicBezTo>
                  <a:cubicBezTo>
                    <a:pt x="18" y="2938"/>
                    <a:pt x="1" y="2967"/>
                    <a:pt x="25" y="2984"/>
                  </a:cubicBezTo>
                  <a:cubicBezTo>
                    <a:pt x="409" y="3214"/>
                    <a:pt x="801" y="3414"/>
                    <a:pt x="1210" y="3596"/>
                  </a:cubicBezTo>
                  <a:cubicBezTo>
                    <a:pt x="1561" y="3752"/>
                    <a:pt x="1922" y="3942"/>
                    <a:pt x="2312" y="3966"/>
                  </a:cubicBezTo>
                  <a:cubicBezTo>
                    <a:pt x="2328" y="3967"/>
                    <a:pt x="2343" y="3967"/>
                    <a:pt x="2359" y="3967"/>
                  </a:cubicBezTo>
                  <a:cubicBezTo>
                    <a:pt x="2774" y="3967"/>
                    <a:pt x="3262" y="3661"/>
                    <a:pt x="3129" y="3191"/>
                  </a:cubicBezTo>
                  <a:cubicBezTo>
                    <a:pt x="3127" y="3183"/>
                    <a:pt x="3121" y="3180"/>
                    <a:pt x="3116" y="3180"/>
                  </a:cubicBezTo>
                  <a:cubicBezTo>
                    <a:pt x="3109" y="3180"/>
                    <a:pt x="3103" y="3185"/>
                    <a:pt x="3104" y="3194"/>
                  </a:cubicBezTo>
                  <a:cubicBezTo>
                    <a:pt x="3151" y="3695"/>
                    <a:pt x="2848" y="3840"/>
                    <a:pt x="2478" y="3840"/>
                  </a:cubicBezTo>
                  <a:cubicBezTo>
                    <a:pt x="2377" y="3840"/>
                    <a:pt x="2272" y="3829"/>
                    <a:pt x="2167" y="3812"/>
                  </a:cubicBezTo>
                  <a:cubicBezTo>
                    <a:pt x="3041" y="2820"/>
                    <a:pt x="3359" y="1275"/>
                    <a:pt x="3103" y="5"/>
                  </a:cubicBezTo>
                  <a:cubicBezTo>
                    <a:pt x="3102" y="2"/>
                    <a:pt x="3099" y="0"/>
                    <a:pt x="3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281160" y="2733120"/>
              <a:ext cx="226080" cy="568800"/>
            </a:xfrm>
            <a:custGeom>
              <a:rect b="b" l="l" r="r" t="t"/>
              <a:pathLst>
                <a:path extrusionOk="0" h="8295" w="3305">
                  <a:moveTo>
                    <a:pt x="1447" y="1"/>
                  </a:moveTo>
                  <a:cubicBezTo>
                    <a:pt x="1443" y="1"/>
                    <a:pt x="1439" y="2"/>
                    <a:pt x="1435" y="4"/>
                  </a:cubicBezTo>
                  <a:cubicBezTo>
                    <a:pt x="482" y="524"/>
                    <a:pt x="1" y="1674"/>
                    <a:pt x="406" y="2702"/>
                  </a:cubicBezTo>
                  <a:cubicBezTo>
                    <a:pt x="662" y="3358"/>
                    <a:pt x="1156" y="3927"/>
                    <a:pt x="1618" y="4447"/>
                  </a:cubicBezTo>
                  <a:cubicBezTo>
                    <a:pt x="1679" y="4513"/>
                    <a:pt x="1738" y="4579"/>
                    <a:pt x="1799" y="4644"/>
                  </a:cubicBezTo>
                  <a:cubicBezTo>
                    <a:pt x="1779" y="4651"/>
                    <a:pt x="1764" y="4665"/>
                    <a:pt x="1762" y="4691"/>
                  </a:cubicBezTo>
                  <a:cubicBezTo>
                    <a:pt x="1658" y="5914"/>
                    <a:pt x="1812" y="7416"/>
                    <a:pt x="2783" y="8294"/>
                  </a:cubicBezTo>
                  <a:cubicBezTo>
                    <a:pt x="2783" y="8295"/>
                    <a:pt x="2784" y="8295"/>
                    <a:pt x="2784" y="8295"/>
                  </a:cubicBezTo>
                  <a:cubicBezTo>
                    <a:pt x="2785" y="8295"/>
                    <a:pt x="2786" y="8292"/>
                    <a:pt x="2785" y="8291"/>
                  </a:cubicBezTo>
                  <a:cubicBezTo>
                    <a:pt x="2405" y="7756"/>
                    <a:pt x="2109" y="7247"/>
                    <a:pt x="1967" y="6598"/>
                  </a:cubicBezTo>
                  <a:cubicBezTo>
                    <a:pt x="1830" y="5983"/>
                    <a:pt x="1823" y="5354"/>
                    <a:pt x="1875" y="4728"/>
                  </a:cubicBezTo>
                  <a:lnTo>
                    <a:pt x="1875" y="4728"/>
                  </a:lnTo>
                  <a:cubicBezTo>
                    <a:pt x="2309" y="5185"/>
                    <a:pt x="2778" y="5605"/>
                    <a:pt x="3281" y="5984"/>
                  </a:cubicBezTo>
                  <a:cubicBezTo>
                    <a:pt x="3284" y="5986"/>
                    <a:pt x="3287" y="5987"/>
                    <a:pt x="3289" y="5987"/>
                  </a:cubicBezTo>
                  <a:cubicBezTo>
                    <a:pt x="3299" y="5987"/>
                    <a:pt x="3304" y="5974"/>
                    <a:pt x="3296" y="5966"/>
                  </a:cubicBezTo>
                  <a:cubicBezTo>
                    <a:pt x="2406" y="5158"/>
                    <a:pt x="1517" y="4274"/>
                    <a:pt x="854" y="3264"/>
                  </a:cubicBezTo>
                  <a:cubicBezTo>
                    <a:pt x="515" y="2748"/>
                    <a:pt x="281" y="2143"/>
                    <a:pt x="401" y="1518"/>
                  </a:cubicBezTo>
                  <a:cubicBezTo>
                    <a:pt x="521" y="902"/>
                    <a:pt x="909" y="358"/>
                    <a:pt x="1456" y="55"/>
                  </a:cubicBezTo>
                  <a:cubicBezTo>
                    <a:pt x="1482" y="39"/>
                    <a:pt x="1470" y="1"/>
                    <a:pt x="1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956520" y="3021120"/>
              <a:ext cx="50040" cy="43920"/>
            </a:xfrm>
            <a:custGeom>
              <a:rect b="b" l="l" r="r" t="t"/>
              <a:pathLst>
                <a:path extrusionOk="0" h="652" w="739">
                  <a:moveTo>
                    <a:pt x="370" y="0"/>
                  </a:moveTo>
                  <a:cubicBezTo>
                    <a:pt x="241" y="0"/>
                    <a:pt x="119" y="78"/>
                    <a:pt x="68" y="206"/>
                  </a:cubicBezTo>
                  <a:cubicBezTo>
                    <a:pt x="1" y="373"/>
                    <a:pt x="82" y="562"/>
                    <a:pt x="250" y="628"/>
                  </a:cubicBezTo>
                  <a:cubicBezTo>
                    <a:pt x="290" y="644"/>
                    <a:pt x="331" y="651"/>
                    <a:pt x="371" y="651"/>
                  </a:cubicBezTo>
                  <a:cubicBezTo>
                    <a:pt x="500" y="651"/>
                    <a:pt x="622" y="574"/>
                    <a:pt x="673" y="447"/>
                  </a:cubicBezTo>
                  <a:cubicBezTo>
                    <a:pt x="739" y="279"/>
                    <a:pt x="658" y="91"/>
                    <a:pt x="491" y="24"/>
                  </a:cubicBezTo>
                  <a:cubicBezTo>
                    <a:pt x="451" y="8"/>
                    <a:pt x="410" y="0"/>
                    <a:pt x="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300" lIns="90000" spcFirstLastPara="1" rIns="90000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941760" y="3091680"/>
              <a:ext cx="84960" cy="74880"/>
            </a:xfrm>
            <a:custGeom>
              <a:rect b="b" l="l" r="r" t="t"/>
              <a:pathLst>
                <a:path extrusionOk="0" h="1103" w="1249">
                  <a:moveTo>
                    <a:pt x="623" y="1"/>
                  </a:moveTo>
                  <a:cubicBezTo>
                    <a:pt x="405" y="1"/>
                    <a:pt x="198" y="132"/>
                    <a:pt x="113" y="347"/>
                  </a:cubicBezTo>
                  <a:cubicBezTo>
                    <a:pt x="0" y="630"/>
                    <a:pt x="137" y="951"/>
                    <a:pt x="420" y="1063"/>
                  </a:cubicBezTo>
                  <a:cubicBezTo>
                    <a:pt x="487" y="1090"/>
                    <a:pt x="556" y="1103"/>
                    <a:pt x="624" y="1103"/>
                  </a:cubicBezTo>
                  <a:cubicBezTo>
                    <a:pt x="843" y="1103"/>
                    <a:pt x="1050" y="971"/>
                    <a:pt x="1136" y="756"/>
                  </a:cubicBezTo>
                  <a:cubicBezTo>
                    <a:pt x="1249" y="473"/>
                    <a:pt x="1111" y="153"/>
                    <a:pt x="828" y="41"/>
                  </a:cubicBezTo>
                  <a:cubicBezTo>
                    <a:pt x="761" y="14"/>
                    <a:pt x="692" y="1"/>
                    <a:pt x="623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anchorCtr="0" anchor="ctr" bIns="37800" lIns="90000" spcFirstLastPara="1" rIns="90000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816120" y="2964960"/>
              <a:ext cx="50040" cy="44280"/>
            </a:xfrm>
            <a:custGeom>
              <a:rect b="b" l="l" r="r" t="t"/>
              <a:pathLst>
                <a:path extrusionOk="0" h="653" w="740">
                  <a:moveTo>
                    <a:pt x="369" y="1"/>
                  </a:moveTo>
                  <a:cubicBezTo>
                    <a:pt x="240" y="1"/>
                    <a:pt x="118" y="79"/>
                    <a:pt x="67" y="206"/>
                  </a:cubicBezTo>
                  <a:cubicBezTo>
                    <a:pt x="0" y="374"/>
                    <a:pt x="82" y="562"/>
                    <a:pt x="249" y="629"/>
                  </a:cubicBezTo>
                  <a:cubicBezTo>
                    <a:pt x="289" y="645"/>
                    <a:pt x="329" y="652"/>
                    <a:pt x="369" y="652"/>
                  </a:cubicBezTo>
                  <a:cubicBezTo>
                    <a:pt x="498" y="652"/>
                    <a:pt x="621" y="575"/>
                    <a:pt x="672" y="447"/>
                  </a:cubicBezTo>
                  <a:cubicBezTo>
                    <a:pt x="739" y="280"/>
                    <a:pt x="658" y="91"/>
                    <a:pt x="490" y="24"/>
                  </a:cubicBezTo>
                  <a:cubicBezTo>
                    <a:pt x="450" y="8"/>
                    <a:pt x="409" y="1"/>
                    <a:pt x="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300" lIns="90000" spcFirstLastPara="1" rIns="90000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737640" y="3010320"/>
              <a:ext cx="84960" cy="74880"/>
            </a:xfrm>
            <a:custGeom>
              <a:rect b="b" l="l" r="r" t="t"/>
              <a:pathLst>
                <a:path extrusionOk="0" h="1103" w="1249">
                  <a:moveTo>
                    <a:pt x="625" y="0"/>
                  </a:moveTo>
                  <a:cubicBezTo>
                    <a:pt x="406" y="0"/>
                    <a:pt x="199" y="131"/>
                    <a:pt x="113" y="347"/>
                  </a:cubicBezTo>
                  <a:cubicBezTo>
                    <a:pt x="1" y="630"/>
                    <a:pt x="138" y="950"/>
                    <a:pt x="421" y="1063"/>
                  </a:cubicBezTo>
                  <a:cubicBezTo>
                    <a:pt x="487" y="1090"/>
                    <a:pt x="556" y="1102"/>
                    <a:pt x="624" y="1102"/>
                  </a:cubicBezTo>
                  <a:cubicBezTo>
                    <a:pt x="843" y="1102"/>
                    <a:pt x="1050" y="971"/>
                    <a:pt x="1137" y="756"/>
                  </a:cubicBezTo>
                  <a:cubicBezTo>
                    <a:pt x="1249" y="473"/>
                    <a:pt x="1112" y="153"/>
                    <a:pt x="829" y="40"/>
                  </a:cubicBezTo>
                  <a:cubicBezTo>
                    <a:pt x="762" y="13"/>
                    <a:pt x="693" y="0"/>
                    <a:pt x="625" y="0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anchorCtr="0" anchor="ctr" bIns="37800" lIns="90000" spcFirstLastPara="1" rIns="90000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869400" y="3025080"/>
              <a:ext cx="61920" cy="50040"/>
            </a:xfrm>
            <a:custGeom>
              <a:rect b="b" l="l" r="r" t="t"/>
              <a:pathLst>
                <a:path extrusionOk="0" h="738" w="912">
                  <a:moveTo>
                    <a:pt x="125" y="1"/>
                  </a:moveTo>
                  <a:cubicBezTo>
                    <a:pt x="91" y="1"/>
                    <a:pt x="59" y="22"/>
                    <a:pt x="47" y="55"/>
                  </a:cubicBezTo>
                  <a:cubicBezTo>
                    <a:pt x="46" y="58"/>
                    <a:pt x="1" y="172"/>
                    <a:pt x="1" y="304"/>
                  </a:cubicBezTo>
                  <a:cubicBezTo>
                    <a:pt x="1" y="492"/>
                    <a:pt x="93" y="634"/>
                    <a:pt x="259" y="700"/>
                  </a:cubicBezTo>
                  <a:cubicBezTo>
                    <a:pt x="327" y="726"/>
                    <a:pt x="391" y="737"/>
                    <a:pt x="451" y="737"/>
                  </a:cubicBezTo>
                  <a:cubicBezTo>
                    <a:pt x="663" y="737"/>
                    <a:pt x="821" y="595"/>
                    <a:pt x="885" y="502"/>
                  </a:cubicBezTo>
                  <a:cubicBezTo>
                    <a:pt x="912" y="463"/>
                    <a:pt x="901" y="411"/>
                    <a:pt x="862" y="385"/>
                  </a:cubicBezTo>
                  <a:cubicBezTo>
                    <a:pt x="848" y="374"/>
                    <a:pt x="831" y="369"/>
                    <a:pt x="814" y="369"/>
                  </a:cubicBezTo>
                  <a:cubicBezTo>
                    <a:pt x="787" y="369"/>
                    <a:pt x="760" y="382"/>
                    <a:pt x="744" y="406"/>
                  </a:cubicBezTo>
                  <a:cubicBezTo>
                    <a:pt x="739" y="414"/>
                    <a:pt x="630" y="569"/>
                    <a:pt x="451" y="569"/>
                  </a:cubicBezTo>
                  <a:cubicBezTo>
                    <a:pt x="411" y="569"/>
                    <a:pt x="368" y="561"/>
                    <a:pt x="322" y="543"/>
                  </a:cubicBezTo>
                  <a:cubicBezTo>
                    <a:pt x="79" y="445"/>
                    <a:pt x="200" y="131"/>
                    <a:pt x="205" y="119"/>
                  </a:cubicBezTo>
                  <a:cubicBezTo>
                    <a:pt x="224" y="74"/>
                    <a:pt x="202" y="24"/>
                    <a:pt x="158" y="8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5200" lIns="90000" spcFirstLastPara="1" rIns="90000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"/>
          <p:cNvGrpSpPr/>
          <p:nvPr/>
        </p:nvGrpSpPr>
        <p:grpSpPr>
          <a:xfrm>
            <a:off x="1095120" y="619920"/>
            <a:ext cx="446040" cy="431640"/>
            <a:chOff x="1095120" y="619920"/>
            <a:chExt cx="446040" cy="431640"/>
          </a:xfrm>
        </p:grpSpPr>
        <p:sp>
          <p:nvSpPr>
            <p:cNvPr id="341" name="Google Shape;341;p1"/>
            <p:cNvSpPr/>
            <p:nvPr/>
          </p:nvSpPr>
          <p:spPr>
            <a:xfrm>
              <a:off x="1114560" y="624240"/>
              <a:ext cx="426600" cy="426600"/>
            </a:xfrm>
            <a:custGeom>
              <a:rect b="b" l="l" r="r" t="t"/>
              <a:pathLst>
                <a:path extrusionOk="0" h="8964" w="8965">
                  <a:moveTo>
                    <a:pt x="4482" y="0"/>
                  </a:moveTo>
                  <a:cubicBezTo>
                    <a:pt x="2008" y="0"/>
                    <a:pt x="1" y="2007"/>
                    <a:pt x="1" y="4482"/>
                  </a:cubicBezTo>
                  <a:cubicBezTo>
                    <a:pt x="1" y="6957"/>
                    <a:pt x="2008" y="8964"/>
                    <a:pt x="4482" y="8964"/>
                  </a:cubicBezTo>
                  <a:cubicBezTo>
                    <a:pt x="6957" y="8964"/>
                    <a:pt x="8964" y="6957"/>
                    <a:pt x="8964" y="4482"/>
                  </a:cubicBezTo>
                  <a:cubicBezTo>
                    <a:pt x="8964" y="2007"/>
                    <a:pt x="6957" y="0"/>
                    <a:pt x="4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1143720" y="901440"/>
              <a:ext cx="380520" cy="94320"/>
            </a:xfrm>
            <a:custGeom>
              <a:rect b="b" l="l" r="r" t="t"/>
              <a:pathLst>
                <a:path extrusionOk="0" h="1993" w="7998">
                  <a:moveTo>
                    <a:pt x="5841" y="1"/>
                  </a:moveTo>
                  <a:cubicBezTo>
                    <a:pt x="5684" y="1"/>
                    <a:pt x="5527" y="6"/>
                    <a:pt x="5371" y="16"/>
                  </a:cubicBezTo>
                  <a:cubicBezTo>
                    <a:pt x="4746" y="58"/>
                    <a:pt x="4131" y="175"/>
                    <a:pt x="3521" y="311"/>
                  </a:cubicBezTo>
                  <a:cubicBezTo>
                    <a:pt x="2908" y="447"/>
                    <a:pt x="2299" y="599"/>
                    <a:pt x="1683" y="720"/>
                  </a:cubicBezTo>
                  <a:cubicBezTo>
                    <a:pt x="1128" y="828"/>
                    <a:pt x="566" y="906"/>
                    <a:pt x="0" y="923"/>
                  </a:cubicBezTo>
                  <a:cubicBezTo>
                    <a:pt x="40" y="991"/>
                    <a:pt x="81" y="1059"/>
                    <a:pt x="126" y="1126"/>
                  </a:cubicBezTo>
                  <a:cubicBezTo>
                    <a:pt x="365" y="1077"/>
                    <a:pt x="606" y="1055"/>
                    <a:pt x="847" y="1055"/>
                  </a:cubicBezTo>
                  <a:cubicBezTo>
                    <a:pt x="1196" y="1055"/>
                    <a:pt x="1545" y="1101"/>
                    <a:pt x="1888" y="1178"/>
                  </a:cubicBezTo>
                  <a:cubicBezTo>
                    <a:pt x="2471" y="1310"/>
                    <a:pt x="3032" y="1519"/>
                    <a:pt x="3604" y="1692"/>
                  </a:cubicBezTo>
                  <a:cubicBezTo>
                    <a:pt x="4154" y="1859"/>
                    <a:pt x="4721" y="1993"/>
                    <a:pt x="5299" y="1993"/>
                  </a:cubicBezTo>
                  <a:cubicBezTo>
                    <a:pt x="5327" y="1993"/>
                    <a:pt x="5354" y="1992"/>
                    <a:pt x="5382" y="1992"/>
                  </a:cubicBezTo>
                  <a:cubicBezTo>
                    <a:pt x="5720" y="1984"/>
                    <a:pt x="6053" y="1922"/>
                    <a:pt x="6386" y="1856"/>
                  </a:cubicBezTo>
                  <a:cubicBezTo>
                    <a:pt x="6655" y="1802"/>
                    <a:pt x="6922" y="1744"/>
                    <a:pt x="7189" y="1680"/>
                  </a:cubicBezTo>
                  <a:cubicBezTo>
                    <a:pt x="7525" y="1309"/>
                    <a:pt x="7799" y="882"/>
                    <a:pt x="7997" y="415"/>
                  </a:cubicBezTo>
                  <a:cubicBezTo>
                    <a:pt x="7755" y="322"/>
                    <a:pt x="7517" y="230"/>
                    <a:pt x="7263" y="167"/>
                  </a:cubicBezTo>
                  <a:cubicBezTo>
                    <a:pt x="6797" y="51"/>
                    <a:pt x="6319" y="1"/>
                    <a:pt x="58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7500" lIns="90000" spcFirstLastPara="1" rIns="90000" wrap="square" tIns="47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1240920" y="628560"/>
              <a:ext cx="176400" cy="30600"/>
            </a:xfrm>
            <a:custGeom>
              <a:rect b="b" l="l" r="r" t="t"/>
              <a:pathLst>
                <a:path extrusionOk="0" h="660" w="3717">
                  <a:moveTo>
                    <a:pt x="928" y="0"/>
                  </a:moveTo>
                  <a:cubicBezTo>
                    <a:pt x="606" y="67"/>
                    <a:pt x="294" y="167"/>
                    <a:pt x="1" y="299"/>
                  </a:cubicBezTo>
                  <a:cubicBezTo>
                    <a:pt x="189" y="304"/>
                    <a:pt x="379" y="328"/>
                    <a:pt x="564" y="355"/>
                  </a:cubicBezTo>
                  <a:cubicBezTo>
                    <a:pt x="907" y="408"/>
                    <a:pt x="1250" y="483"/>
                    <a:pt x="1592" y="547"/>
                  </a:cubicBezTo>
                  <a:cubicBezTo>
                    <a:pt x="1925" y="607"/>
                    <a:pt x="2262" y="660"/>
                    <a:pt x="2602" y="660"/>
                  </a:cubicBezTo>
                  <a:cubicBezTo>
                    <a:pt x="2605" y="660"/>
                    <a:pt x="2608" y="660"/>
                    <a:pt x="2612" y="660"/>
                  </a:cubicBezTo>
                  <a:cubicBezTo>
                    <a:pt x="2921" y="660"/>
                    <a:pt x="3237" y="613"/>
                    <a:pt x="3513" y="464"/>
                  </a:cubicBezTo>
                  <a:cubicBezTo>
                    <a:pt x="3586" y="424"/>
                    <a:pt x="3653" y="379"/>
                    <a:pt x="3716" y="328"/>
                  </a:cubicBezTo>
                  <a:cubicBezTo>
                    <a:pt x="3462" y="209"/>
                    <a:pt x="3194" y="115"/>
                    <a:pt x="2916" y="45"/>
                  </a:cubicBezTo>
                  <a:cubicBezTo>
                    <a:pt x="2822" y="76"/>
                    <a:pt x="2726" y="100"/>
                    <a:pt x="2627" y="120"/>
                  </a:cubicBezTo>
                  <a:cubicBezTo>
                    <a:pt x="2530" y="139"/>
                    <a:pt x="2433" y="152"/>
                    <a:pt x="2334" y="157"/>
                  </a:cubicBezTo>
                  <a:cubicBezTo>
                    <a:pt x="2309" y="159"/>
                    <a:pt x="2284" y="159"/>
                    <a:pt x="2259" y="159"/>
                  </a:cubicBezTo>
                  <a:cubicBezTo>
                    <a:pt x="2176" y="159"/>
                    <a:pt x="2094" y="153"/>
                    <a:pt x="2012" y="147"/>
                  </a:cubicBezTo>
                  <a:cubicBezTo>
                    <a:pt x="1648" y="120"/>
                    <a:pt x="1289" y="52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475" lIns="90000" spcFirstLastPara="1" rIns="90000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1152360" y="658080"/>
              <a:ext cx="335160" cy="72720"/>
            </a:xfrm>
            <a:custGeom>
              <a:rect b="b" l="l" r="r" t="t"/>
              <a:pathLst>
                <a:path extrusionOk="0" h="1544" w="7045">
                  <a:moveTo>
                    <a:pt x="6110" y="0"/>
                  </a:moveTo>
                  <a:cubicBezTo>
                    <a:pt x="5972" y="83"/>
                    <a:pt x="5829" y="159"/>
                    <a:pt x="5679" y="219"/>
                  </a:cubicBezTo>
                  <a:cubicBezTo>
                    <a:pt x="5480" y="301"/>
                    <a:pt x="5273" y="346"/>
                    <a:pt x="5063" y="390"/>
                  </a:cubicBezTo>
                  <a:cubicBezTo>
                    <a:pt x="4846" y="434"/>
                    <a:pt x="4627" y="477"/>
                    <a:pt x="4404" y="490"/>
                  </a:cubicBezTo>
                  <a:cubicBezTo>
                    <a:pt x="4366" y="493"/>
                    <a:pt x="4328" y="494"/>
                    <a:pt x="4291" y="494"/>
                  </a:cubicBezTo>
                  <a:cubicBezTo>
                    <a:pt x="4103" y="494"/>
                    <a:pt x="3919" y="466"/>
                    <a:pt x="3732" y="439"/>
                  </a:cubicBezTo>
                  <a:cubicBezTo>
                    <a:pt x="3521" y="408"/>
                    <a:pt x="3312" y="370"/>
                    <a:pt x="3103" y="330"/>
                  </a:cubicBezTo>
                  <a:cubicBezTo>
                    <a:pt x="2700" y="254"/>
                    <a:pt x="2298" y="168"/>
                    <a:pt x="1890" y="123"/>
                  </a:cubicBezTo>
                  <a:cubicBezTo>
                    <a:pt x="1682" y="99"/>
                    <a:pt x="1472" y="87"/>
                    <a:pt x="1263" y="87"/>
                  </a:cubicBezTo>
                  <a:cubicBezTo>
                    <a:pt x="1219" y="87"/>
                    <a:pt x="1174" y="87"/>
                    <a:pt x="1129" y="88"/>
                  </a:cubicBezTo>
                  <a:cubicBezTo>
                    <a:pt x="689" y="396"/>
                    <a:pt x="305" y="779"/>
                    <a:pt x="1" y="1220"/>
                  </a:cubicBezTo>
                  <a:cubicBezTo>
                    <a:pt x="496" y="1419"/>
                    <a:pt x="1037" y="1515"/>
                    <a:pt x="1567" y="1538"/>
                  </a:cubicBezTo>
                  <a:cubicBezTo>
                    <a:pt x="1644" y="1541"/>
                    <a:pt x="1723" y="1543"/>
                    <a:pt x="1801" y="1543"/>
                  </a:cubicBezTo>
                  <a:cubicBezTo>
                    <a:pt x="2000" y="1543"/>
                    <a:pt x="2200" y="1531"/>
                    <a:pt x="2396" y="1500"/>
                  </a:cubicBezTo>
                  <a:cubicBezTo>
                    <a:pt x="2691" y="1453"/>
                    <a:pt x="2982" y="1376"/>
                    <a:pt x="3267" y="1287"/>
                  </a:cubicBezTo>
                  <a:cubicBezTo>
                    <a:pt x="3835" y="1109"/>
                    <a:pt x="4388" y="885"/>
                    <a:pt x="4969" y="752"/>
                  </a:cubicBezTo>
                  <a:cubicBezTo>
                    <a:pt x="5269" y="684"/>
                    <a:pt x="5580" y="634"/>
                    <a:pt x="5889" y="634"/>
                  </a:cubicBezTo>
                  <a:cubicBezTo>
                    <a:pt x="5892" y="634"/>
                    <a:pt x="5895" y="634"/>
                    <a:pt x="5899" y="634"/>
                  </a:cubicBezTo>
                  <a:cubicBezTo>
                    <a:pt x="6215" y="636"/>
                    <a:pt x="6531" y="681"/>
                    <a:pt x="6840" y="753"/>
                  </a:cubicBezTo>
                  <a:cubicBezTo>
                    <a:pt x="6909" y="769"/>
                    <a:pt x="6977" y="788"/>
                    <a:pt x="7045" y="805"/>
                  </a:cubicBezTo>
                  <a:cubicBezTo>
                    <a:pt x="6773" y="495"/>
                    <a:pt x="6459" y="225"/>
                    <a:pt x="6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1119240" y="723600"/>
              <a:ext cx="407160" cy="78480"/>
            </a:xfrm>
            <a:custGeom>
              <a:rect b="b" l="l" r="r" t="t"/>
              <a:pathLst>
                <a:path extrusionOk="0" h="1658" w="8558">
                  <a:moveTo>
                    <a:pt x="6546" y="0"/>
                  </a:moveTo>
                  <a:cubicBezTo>
                    <a:pt x="6339" y="0"/>
                    <a:pt x="6133" y="11"/>
                    <a:pt x="5928" y="30"/>
                  </a:cubicBezTo>
                  <a:cubicBezTo>
                    <a:pt x="5245" y="94"/>
                    <a:pt x="4575" y="250"/>
                    <a:pt x="3907" y="391"/>
                  </a:cubicBezTo>
                  <a:cubicBezTo>
                    <a:pt x="3572" y="462"/>
                    <a:pt x="3235" y="538"/>
                    <a:pt x="2893" y="561"/>
                  </a:cubicBezTo>
                  <a:cubicBezTo>
                    <a:pt x="2808" y="567"/>
                    <a:pt x="2723" y="569"/>
                    <a:pt x="2638" y="569"/>
                  </a:cubicBezTo>
                  <a:cubicBezTo>
                    <a:pt x="2423" y="569"/>
                    <a:pt x="2208" y="552"/>
                    <a:pt x="1995" y="521"/>
                  </a:cubicBezTo>
                  <a:cubicBezTo>
                    <a:pt x="1480" y="448"/>
                    <a:pt x="977" y="309"/>
                    <a:pt x="465" y="210"/>
                  </a:cubicBezTo>
                  <a:cubicBezTo>
                    <a:pt x="254" y="590"/>
                    <a:pt x="95" y="1003"/>
                    <a:pt x="0" y="1438"/>
                  </a:cubicBezTo>
                  <a:cubicBezTo>
                    <a:pt x="280" y="1264"/>
                    <a:pt x="589" y="1139"/>
                    <a:pt x="911" y="1074"/>
                  </a:cubicBezTo>
                  <a:cubicBezTo>
                    <a:pt x="1100" y="1037"/>
                    <a:pt x="1293" y="1021"/>
                    <a:pt x="1485" y="1021"/>
                  </a:cubicBezTo>
                  <a:cubicBezTo>
                    <a:pt x="1604" y="1021"/>
                    <a:pt x="1722" y="1027"/>
                    <a:pt x="1840" y="1038"/>
                  </a:cubicBezTo>
                  <a:cubicBezTo>
                    <a:pt x="2533" y="1108"/>
                    <a:pt x="3186" y="1358"/>
                    <a:pt x="3861" y="1518"/>
                  </a:cubicBezTo>
                  <a:cubicBezTo>
                    <a:pt x="4213" y="1601"/>
                    <a:pt x="4572" y="1658"/>
                    <a:pt x="4935" y="1658"/>
                  </a:cubicBezTo>
                  <a:cubicBezTo>
                    <a:pt x="4954" y="1658"/>
                    <a:pt x="4973" y="1657"/>
                    <a:pt x="4992" y="1657"/>
                  </a:cubicBezTo>
                  <a:cubicBezTo>
                    <a:pt x="5365" y="1650"/>
                    <a:pt x="5735" y="1561"/>
                    <a:pt x="6089" y="1455"/>
                  </a:cubicBezTo>
                  <a:cubicBezTo>
                    <a:pt x="6437" y="1351"/>
                    <a:pt x="6775" y="1225"/>
                    <a:pt x="7119" y="1113"/>
                  </a:cubicBezTo>
                  <a:cubicBezTo>
                    <a:pt x="7466" y="1000"/>
                    <a:pt x="7819" y="904"/>
                    <a:pt x="8176" y="834"/>
                  </a:cubicBezTo>
                  <a:cubicBezTo>
                    <a:pt x="8302" y="810"/>
                    <a:pt x="8431" y="789"/>
                    <a:pt x="8557" y="770"/>
                  </a:cubicBezTo>
                  <a:cubicBezTo>
                    <a:pt x="8481" y="577"/>
                    <a:pt x="8392" y="389"/>
                    <a:pt x="8292" y="209"/>
                  </a:cubicBezTo>
                  <a:cubicBezTo>
                    <a:pt x="8145" y="181"/>
                    <a:pt x="7998" y="156"/>
                    <a:pt x="7851" y="134"/>
                  </a:cubicBezTo>
                  <a:cubicBezTo>
                    <a:pt x="7550" y="88"/>
                    <a:pt x="7248" y="37"/>
                    <a:pt x="6944" y="15"/>
                  </a:cubicBezTo>
                  <a:cubicBezTo>
                    <a:pt x="6811" y="5"/>
                    <a:pt x="6678" y="0"/>
                    <a:pt x="6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9600" lIns="90000" spcFirstLastPara="1" rIns="90000" wrap="square" tIns="39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1117080" y="829080"/>
              <a:ext cx="423720" cy="61920"/>
            </a:xfrm>
            <a:custGeom>
              <a:rect b="b" l="l" r="r" t="t"/>
              <a:pathLst>
                <a:path extrusionOk="0" h="1311" w="8906">
                  <a:moveTo>
                    <a:pt x="3224" y="0"/>
                  </a:moveTo>
                  <a:cubicBezTo>
                    <a:pt x="2751" y="0"/>
                    <a:pt x="2278" y="33"/>
                    <a:pt x="1814" y="121"/>
                  </a:cubicBezTo>
                  <a:cubicBezTo>
                    <a:pt x="1161" y="246"/>
                    <a:pt x="532" y="491"/>
                    <a:pt x="0" y="891"/>
                  </a:cubicBezTo>
                  <a:cubicBezTo>
                    <a:pt x="24" y="1033"/>
                    <a:pt x="53" y="1173"/>
                    <a:pt x="89" y="1311"/>
                  </a:cubicBezTo>
                  <a:cubicBezTo>
                    <a:pt x="125" y="1284"/>
                    <a:pt x="159" y="1258"/>
                    <a:pt x="194" y="1235"/>
                  </a:cubicBezTo>
                  <a:cubicBezTo>
                    <a:pt x="714" y="887"/>
                    <a:pt x="1327" y="697"/>
                    <a:pt x="1937" y="591"/>
                  </a:cubicBezTo>
                  <a:cubicBezTo>
                    <a:pt x="2445" y="503"/>
                    <a:pt x="2961" y="471"/>
                    <a:pt x="3476" y="471"/>
                  </a:cubicBezTo>
                  <a:cubicBezTo>
                    <a:pt x="3596" y="471"/>
                    <a:pt x="3717" y="473"/>
                    <a:pt x="3837" y="476"/>
                  </a:cubicBezTo>
                  <a:cubicBezTo>
                    <a:pt x="4602" y="497"/>
                    <a:pt x="5355" y="617"/>
                    <a:pt x="6112" y="732"/>
                  </a:cubicBezTo>
                  <a:cubicBezTo>
                    <a:pt x="6723" y="824"/>
                    <a:pt x="7339" y="904"/>
                    <a:pt x="7957" y="904"/>
                  </a:cubicBezTo>
                  <a:cubicBezTo>
                    <a:pt x="8110" y="904"/>
                    <a:pt x="8262" y="899"/>
                    <a:pt x="8415" y="889"/>
                  </a:cubicBezTo>
                  <a:cubicBezTo>
                    <a:pt x="8562" y="878"/>
                    <a:pt x="8710" y="863"/>
                    <a:pt x="8858" y="842"/>
                  </a:cubicBezTo>
                  <a:cubicBezTo>
                    <a:pt x="8886" y="659"/>
                    <a:pt x="8902" y="473"/>
                    <a:pt x="8906" y="285"/>
                  </a:cubicBezTo>
                  <a:lnTo>
                    <a:pt x="8906" y="285"/>
                  </a:lnTo>
                  <a:cubicBezTo>
                    <a:pt x="8672" y="327"/>
                    <a:pt x="8436" y="353"/>
                    <a:pt x="8200" y="367"/>
                  </a:cubicBezTo>
                  <a:cubicBezTo>
                    <a:pt x="8063" y="376"/>
                    <a:pt x="7926" y="379"/>
                    <a:pt x="7790" y="379"/>
                  </a:cubicBezTo>
                  <a:cubicBezTo>
                    <a:pt x="7211" y="379"/>
                    <a:pt x="6636" y="313"/>
                    <a:pt x="6060" y="242"/>
                  </a:cubicBezTo>
                  <a:cubicBezTo>
                    <a:pt x="5353" y="154"/>
                    <a:pt x="4646" y="63"/>
                    <a:pt x="3934" y="22"/>
                  </a:cubicBezTo>
                  <a:cubicBezTo>
                    <a:pt x="3698" y="8"/>
                    <a:pt x="3461" y="0"/>
                    <a:pt x="3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1300" lIns="90000" spcFirstLastPara="1" rIns="90000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1181880" y="987120"/>
              <a:ext cx="233640" cy="63720"/>
            </a:xfrm>
            <a:custGeom>
              <a:rect b="b" l="l" r="r" t="t"/>
              <a:pathLst>
                <a:path extrusionOk="0" h="1353" w="4914">
                  <a:moveTo>
                    <a:pt x="792" y="1"/>
                  </a:moveTo>
                  <a:cubicBezTo>
                    <a:pt x="522" y="1"/>
                    <a:pt x="252" y="40"/>
                    <a:pt x="0" y="139"/>
                  </a:cubicBezTo>
                  <a:cubicBezTo>
                    <a:pt x="803" y="891"/>
                    <a:pt x="1879" y="1353"/>
                    <a:pt x="3065" y="1353"/>
                  </a:cubicBezTo>
                  <a:cubicBezTo>
                    <a:pt x="3725" y="1353"/>
                    <a:pt x="4349" y="1208"/>
                    <a:pt x="4913" y="954"/>
                  </a:cubicBezTo>
                  <a:cubicBezTo>
                    <a:pt x="4910" y="952"/>
                    <a:pt x="4905" y="952"/>
                    <a:pt x="4902" y="952"/>
                  </a:cubicBezTo>
                  <a:cubicBezTo>
                    <a:pt x="4673" y="943"/>
                    <a:pt x="4445" y="904"/>
                    <a:pt x="4223" y="854"/>
                  </a:cubicBezTo>
                  <a:cubicBezTo>
                    <a:pt x="3711" y="737"/>
                    <a:pt x="3215" y="562"/>
                    <a:pt x="2716" y="402"/>
                  </a:cubicBezTo>
                  <a:cubicBezTo>
                    <a:pt x="2212" y="242"/>
                    <a:pt x="1700" y="85"/>
                    <a:pt x="1173" y="24"/>
                  </a:cubicBezTo>
                  <a:cubicBezTo>
                    <a:pt x="1047" y="9"/>
                    <a:pt x="920" y="1"/>
                    <a:pt x="7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025" lIns="90000" spcFirstLastPara="1" rIns="90000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1095120" y="619920"/>
              <a:ext cx="408960" cy="295560"/>
            </a:xfrm>
            <a:custGeom>
              <a:rect b="b" l="l" r="r" t="t"/>
              <a:pathLst>
                <a:path extrusionOk="0" h="6214" w="8595">
                  <a:moveTo>
                    <a:pt x="4890" y="1"/>
                  </a:moveTo>
                  <a:cubicBezTo>
                    <a:pt x="4660" y="1"/>
                    <a:pt x="4430" y="19"/>
                    <a:pt x="4202" y="56"/>
                  </a:cubicBezTo>
                  <a:cubicBezTo>
                    <a:pt x="2473" y="337"/>
                    <a:pt x="1001" y="1623"/>
                    <a:pt x="546" y="3321"/>
                  </a:cubicBezTo>
                  <a:cubicBezTo>
                    <a:pt x="293" y="4267"/>
                    <a:pt x="350" y="5309"/>
                    <a:pt x="734" y="6211"/>
                  </a:cubicBezTo>
                  <a:cubicBezTo>
                    <a:pt x="735" y="6213"/>
                    <a:pt x="737" y="6214"/>
                    <a:pt x="738" y="6214"/>
                  </a:cubicBezTo>
                  <a:cubicBezTo>
                    <a:pt x="741" y="6214"/>
                    <a:pt x="744" y="6212"/>
                    <a:pt x="743" y="6208"/>
                  </a:cubicBezTo>
                  <a:cubicBezTo>
                    <a:pt x="1" y="4069"/>
                    <a:pt x="823" y="1657"/>
                    <a:pt x="2870" y="597"/>
                  </a:cubicBezTo>
                  <a:cubicBezTo>
                    <a:pt x="3512" y="264"/>
                    <a:pt x="4194" y="108"/>
                    <a:pt x="4868" y="108"/>
                  </a:cubicBezTo>
                  <a:cubicBezTo>
                    <a:pt x="6269" y="108"/>
                    <a:pt x="7637" y="782"/>
                    <a:pt x="8547" y="1944"/>
                  </a:cubicBezTo>
                  <a:cubicBezTo>
                    <a:pt x="8551" y="1950"/>
                    <a:pt x="8557" y="1952"/>
                    <a:pt x="8563" y="1952"/>
                  </a:cubicBezTo>
                  <a:cubicBezTo>
                    <a:pt x="8578" y="1952"/>
                    <a:pt x="8595" y="1933"/>
                    <a:pt x="8584" y="1917"/>
                  </a:cubicBezTo>
                  <a:cubicBezTo>
                    <a:pt x="7763" y="715"/>
                    <a:pt x="6335" y="1"/>
                    <a:pt x="4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1301040" y="984240"/>
              <a:ext cx="183240" cy="67320"/>
            </a:xfrm>
            <a:custGeom>
              <a:rect b="b" l="l" r="r" t="t"/>
              <a:pathLst>
                <a:path extrusionOk="0" h="1428" w="3863">
                  <a:moveTo>
                    <a:pt x="3819" y="1"/>
                  </a:moveTo>
                  <a:cubicBezTo>
                    <a:pt x="3812" y="1"/>
                    <a:pt x="3805" y="3"/>
                    <a:pt x="3799" y="9"/>
                  </a:cubicBezTo>
                  <a:cubicBezTo>
                    <a:pt x="3297" y="487"/>
                    <a:pt x="2791" y="888"/>
                    <a:pt x="2130" y="1127"/>
                  </a:cubicBezTo>
                  <a:cubicBezTo>
                    <a:pt x="1435" y="1378"/>
                    <a:pt x="729" y="1371"/>
                    <a:pt x="2" y="1392"/>
                  </a:cubicBezTo>
                  <a:cubicBezTo>
                    <a:pt x="1" y="1392"/>
                    <a:pt x="1" y="1394"/>
                    <a:pt x="2" y="1394"/>
                  </a:cubicBezTo>
                  <a:cubicBezTo>
                    <a:pt x="215" y="1416"/>
                    <a:pt x="432" y="1428"/>
                    <a:pt x="649" y="1428"/>
                  </a:cubicBezTo>
                  <a:cubicBezTo>
                    <a:pt x="1859" y="1428"/>
                    <a:pt x="3090" y="1063"/>
                    <a:pt x="3847" y="46"/>
                  </a:cubicBezTo>
                  <a:cubicBezTo>
                    <a:pt x="3863" y="24"/>
                    <a:pt x="3841" y="1"/>
                    <a:pt x="3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1278000" y="735120"/>
              <a:ext cx="40680" cy="40680"/>
            </a:xfrm>
            <a:custGeom>
              <a:rect b="b" l="l" r="r" t="t"/>
              <a:pathLst>
                <a:path extrusionOk="0" h="872" w="872">
                  <a:moveTo>
                    <a:pt x="436" y="1"/>
                  </a:moveTo>
                  <a:cubicBezTo>
                    <a:pt x="195" y="1"/>
                    <a:pt x="1" y="195"/>
                    <a:pt x="1" y="436"/>
                  </a:cubicBezTo>
                  <a:cubicBezTo>
                    <a:pt x="1" y="677"/>
                    <a:pt x="195" y="872"/>
                    <a:pt x="436" y="872"/>
                  </a:cubicBezTo>
                  <a:cubicBezTo>
                    <a:pt x="677" y="872"/>
                    <a:pt x="872" y="677"/>
                    <a:pt x="872" y="436"/>
                  </a:cubicBezTo>
                  <a:cubicBezTo>
                    <a:pt x="872" y="195"/>
                    <a:pt x="677" y="1"/>
                    <a:pt x="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0500" lIns="90000" spcFirstLastPara="1" rIns="90000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1398960" y="735120"/>
              <a:ext cx="41040" cy="40680"/>
            </a:xfrm>
            <a:custGeom>
              <a:rect b="b" l="l" r="r" t="t"/>
              <a:pathLst>
                <a:path extrusionOk="0" h="872" w="873">
                  <a:moveTo>
                    <a:pt x="436" y="1"/>
                  </a:moveTo>
                  <a:cubicBezTo>
                    <a:pt x="195" y="1"/>
                    <a:pt x="0" y="195"/>
                    <a:pt x="0" y="436"/>
                  </a:cubicBezTo>
                  <a:cubicBezTo>
                    <a:pt x="0" y="677"/>
                    <a:pt x="195" y="872"/>
                    <a:pt x="436" y="872"/>
                  </a:cubicBezTo>
                  <a:cubicBezTo>
                    <a:pt x="676" y="872"/>
                    <a:pt x="872" y="677"/>
                    <a:pt x="872" y="436"/>
                  </a:cubicBezTo>
                  <a:cubicBezTo>
                    <a:pt x="872" y="195"/>
                    <a:pt x="676" y="1"/>
                    <a:pt x="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0500" lIns="90000" spcFirstLastPara="1" rIns="90000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1341000" y="723600"/>
              <a:ext cx="35280" cy="22320"/>
            </a:xfrm>
            <a:custGeom>
              <a:rect b="b" l="l" r="r" t="t"/>
              <a:pathLst>
                <a:path extrusionOk="0" h="481" w="758">
                  <a:moveTo>
                    <a:pt x="690" y="1"/>
                  </a:moveTo>
                  <a:cubicBezTo>
                    <a:pt x="652" y="1"/>
                    <a:pt x="622" y="31"/>
                    <a:pt x="622" y="68"/>
                  </a:cubicBezTo>
                  <a:cubicBezTo>
                    <a:pt x="622" y="79"/>
                    <a:pt x="617" y="345"/>
                    <a:pt x="412" y="345"/>
                  </a:cubicBezTo>
                  <a:cubicBezTo>
                    <a:pt x="194" y="345"/>
                    <a:pt x="144" y="132"/>
                    <a:pt x="141" y="121"/>
                  </a:cubicBezTo>
                  <a:cubicBezTo>
                    <a:pt x="135" y="89"/>
                    <a:pt x="107" y="68"/>
                    <a:pt x="75" y="68"/>
                  </a:cubicBezTo>
                  <a:cubicBezTo>
                    <a:pt x="71" y="68"/>
                    <a:pt x="66" y="68"/>
                    <a:pt x="61" y="69"/>
                  </a:cubicBezTo>
                  <a:cubicBezTo>
                    <a:pt x="25" y="77"/>
                    <a:pt x="1" y="112"/>
                    <a:pt x="9" y="148"/>
                  </a:cubicBezTo>
                  <a:cubicBezTo>
                    <a:pt x="34" y="264"/>
                    <a:pt x="149" y="480"/>
                    <a:pt x="412" y="480"/>
                  </a:cubicBezTo>
                  <a:cubicBezTo>
                    <a:pt x="685" y="480"/>
                    <a:pt x="758" y="210"/>
                    <a:pt x="757" y="69"/>
                  </a:cubicBezTo>
                  <a:cubicBezTo>
                    <a:pt x="757" y="31"/>
                    <a:pt x="726" y="1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1296360" y="705240"/>
              <a:ext cx="35280" cy="22320"/>
            </a:xfrm>
            <a:custGeom>
              <a:rect b="b" l="l" r="r" t="t"/>
              <a:pathLst>
                <a:path extrusionOk="0" h="482" w="758">
                  <a:moveTo>
                    <a:pt x="689" y="1"/>
                  </a:moveTo>
                  <a:cubicBezTo>
                    <a:pt x="652" y="1"/>
                    <a:pt x="621" y="31"/>
                    <a:pt x="621" y="69"/>
                  </a:cubicBezTo>
                  <a:cubicBezTo>
                    <a:pt x="621" y="80"/>
                    <a:pt x="619" y="346"/>
                    <a:pt x="412" y="346"/>
                  </a:cubicBezTo>
                  <a:cubicBezTo>
                    <a:pt x="195" y="346"/>
                    <a:pt x="144" y="133"/>
                    <a:pt x="141" y="122"/>
                  </a:cubicBezTo>
                  <a:cubicBezTo>
                    <a:pt x="134" y="90"/>
                    <a:pt x="106" y="68"/>
                    <a:pt x="75" y="68"/>
                  </a:cubicBezTo>
                  <a:cubicBezTo>
                    <a:pt x="70" y="68"/>
                    <a:pt x="66" y="69"/>
                    <a:pt x="61" y="70"/>
                  </a:cubicBezTo>
                  <a:cubicBezTo>
                    <a:pt x="25" y="78"/>
                    <a:pt x="1" y="113"/>
                    <a:pt x="9" y="149"/>
                  </a:cubicBezTo>
                  <a:cubicBezTo>
                    <a:pt x="34" y="265"/>
                    <a:pt x="149" y="481"/>
                    <a:pt x="412" y="481"/>
                  </a:cubicBezTo>
                  <a:cubicBezTo>
                    <a:pt x="685" y="481"/>
                    <a:pt x="757" y="211"/>
                    <a:pt x="757" y="69"/>
                  </a:cubicBezTo>
                  <a:cubicBezTo>
                    <a:pt x="757" y="31"/>
                    <a:pt x="727" y="1"/>
                    <a:pt x="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1382400" y="705240"/>
              <a:ext cx="35280" cy="22320"/>
            </a:xfrm>
            <a:custGeom>
              <a:rect b="b" l="l" r="r" t="t"/>
              <a:pathLst>
                <a:path extrusionOk="0" h="483" w="757">
                  <a:moveTo>
                    <a:pt x="688" y="1"/>
                  </a:moveTo>
                  <a:cubicBezTo>
                    <a:pt x="650" y="1"/>
                    <a:pt x="621" y="30"/>
                    <a:pt x="621" y="69"/>
                  </a:cubicBezTo>
                  <a:cubicBezTo>
                    <a:pt x="621" y="80"/>
                    <a:pt x="618" y="346"/>
                    <a:pt x="412" y="346"/>
                  </a:cubicBezTo>
                  <a:cubicBezTo>
                    <a:pt x="194" y="346"/>
                    <a:pt x="143" y="132"/>
                    <a:pt x="141" y="122"/>
                  </a:cubicBezTo>
                  <a:cubicBezTo>
                    <a:pt x="133" y="91"/>
                    <a:pt x="106" y="69"/>
                    <a:pt x="74" y="69"/>
                  </a:cubicBezTo>
                  <a:cubicBezTo>
                    <a:pt x="69" y="69"/>
                    <a:pt x="65" y="70"/>
                    <a:pt x="60" y="71"/>
                  </a:cubicBezTo>
                  <a:cubicBezTo>
                    <a:pt x="23" y="79"/>
                    <a:pt x="0" y="114"/>
                    <a:pt x="8" y="150"/>
                  </a:cubicBezTo>
                  <a:cubicBezTo>
                    <a:pt x="33" y="266"/>
                    <a:pt x="148" y="482"/>
                    <a:pt x="412" y="482"/>
                  </a:cubicBezTo>
                  <a:cubicBezTo>
                    <a:pt x="684" y="482"/>
                    <a:pt x="755" y="212"/>
                    <a:pt x="756" y="69"/>
                  </a:cubicBezTo>
                  <a:cubicBezTo>
                    <a:pt x="756" y="30"/>
                    <a:pt x="727" y="1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1"/>
          <p:cNvSpPr/>
          <p:nvPr/>
        </p:nvSpPr>
        <p:spPr>
          <a:xfrm>
            <a:off x="5339160" y="4403520"/>
            <a:ext cx="59040" cy="59040"/>
          </a:xfrm>
          <a:custGeom>
            <a:rect b="b" l="l" r="r" t="t"/>
            <a:pathLst>
              <a:path extrusionOk="0" h="524" w="524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"/>
          <p:cNvSpPr/>
          <p:nvPr/>
        </p:nvSpPr>
        <p:spPr>
          <a:xfrm>
            <a:off x="5493240" y="695520"/>
            <a:ext cx="59040" cy="59040"/>
          </a:xfrm>
          <a:custGeom>
            <a:rect b="b" l="l" r="r" t="t"/>
            <a:pathLst>
              <a:path extrusionOk="0" h="525" w="524">
                <a:moveTo>
                  <a:pt x="255" y="1"/>
                </a:moveTo>
                <a:cubicBezTo>
                  <a:pt x="255" y="1"/>
                  <a:pt x="236" y="120"/>
                  <a:pt x="232" y="233"/>
                </a:cubicBezTo>
                <a:cubicBezTo>
                  <a:pt x="144" y="239"/>
                  <a:pt x="1" y="269"/>
                  <a:pt x="1" y="269"/>
                </a:cubicBezTo>
                <a:cubicBezTo>
                  <a:pt x="1" y="269"/>
                  <a:pt x="121" y="286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8"/>
                  <a:pt x="291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"/>
          <p:cNvSpPr/>
          <p:nvPr/>
        </p:nvSpPr>
        <p:spPr>
          <a:xfrm>
            <a:off x="6024600" y="2555280"/>
            <a:ext cx="59040" cy="59040"/>
          </a:xfrm>
          <a:custGeom>
            <a:rect b="b" l="l" r="r" t="t"/>
            <a:pathLst>
              <a:path extrusionOk="0" h="525" w="524">
                <a:moveTo>
                  <a:pt x="255" y="1"/>
                </a:moveTo>
                <a:cubicBezTo>
                  <a:pt x="255" y="1"/>
                  <a:pt x="238" y="121"/>
                  <a:pt x="233" y="234"/>
                </a:cubicBezTo>
                <a:cubicBezTo>
                  <a:pt x="144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3"/>
                </a:cubicBezTo>
                <a:cubicBezTo>
                  <a:pt x="405" y="291"/>
                  <a:pt x="523" y="269"/>
                  <a:pt x="523" y="269"/>
                </a:cubicBezTo>
                <a:cubicBezTo>
                  <a:pt x="523" y="269"/>
                  <a:pt x="380" y="240"/>
                  <a:pt x="291" y="234"/>
                </a:cubicBezTo>
                <a:cubicBezTo>
                  <a:pt x="285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"/>
          <p:cNvSpPr/>
          <p:nvPr/>
        </p:nvSpPr>
        <p:spPr>
          <a:xfrm>
            <a:off x="7970400" y="4438080"/>
            <a:ext cx="59040" cy="59040"/>
          </a:xfrm>
          <a:custGeom>
            <a:rect b="b" l="l" r="r" t="t"/>
            <a:pathLst>
              <a:path extrusionOk="0" h="525" w="525">
                <a:moveTo>
                  <a:pt x="256" y="1"/>
                </a:moveTo>
                <a:cubicBezTo>
                  <a:pt x="256" y="1"/>
                  <a:pt x="238" y="121"/>
                  <a:pt x="234" y="234"/>
                </a:cubicBezTo>
                <a:cubicBezTo>
                  <a:pt x="145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6" y="381"/>
                  <a:pt x="292" y="293"/>
                </a:cubicBezTo>
                <a:cubicBezTo>
                  <a:pt x="406" y="291"/>
                  <a:pt x="524" y="269"/>
                  <a:pt x="524" y="269"/>
                </a:cubicBezTo>
                <a:cubicBezTo>
                  <a:pt x="524" y="269"/>
                  <a:pt x="381" y="240"/>
                  <a:pt x="292" y="234"/>
                </a:cubicBezTo>
                <a:cubicBezTo>
                  <a:pt x="286" y="145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"/>
          <p:cNvSpPr/>
          <p:nvPr/>
        </p:nvSpPr>
        <p:spPr>
          <a:xfrm>
            <a:off x="7924680" y="2195280"/>
            <a:ext cx="59040" cy="59040"/>
          </a:xfrm>
          <a:custGeom>
            <a:rect b="b" l="l" r="r" t="t"/>
            <a:pathLst>
              <a:path extrusionOk="0" h="525" w="524">
                <a:moveTo>
                  <a:pt x="255" y="1"/>
                </a:moveTo>
                <a:cubicBezTo>
                  <a:pt x="255" y="1"/>
                  <a:pt x="237" y="121"/>
                  <a:pt x="232" y="234"/>
                </a:cubicBezTo>
                <a:cubicBezTo>
                  <a:pt x="143" y="241"/>
                  <a:pt x="0" y="270"/>
                  <a:pt x="0" y="270"/>
                </a:cubicBezTo>
                <a:cubicBezTo>
                  <a:pt x="0" y="270"/>
                  <a:pt x="120" y="288"/>
                  <a:pt x="231" y="292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3"/>
                </a:cubicBezTo>
                <a:cubicBezTo>
                  <a:pt x="404" y="291"/>
                  <a:pt x="523" y="270"/>
                  <a:pt x="523" y="270"/>
                </a:cubicBezTo>
                <a:cubicBezTo>
                  <a:pt x="523" y="270"/>
                  <a:pt x="379" y="240"/>
                  <a:pt x="290" y="234"/>
                </a:cubicBezTo>
                <a:cubicBezTo>
                  <a:pt x="284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"/>
          <p:cNvSpPr/>
          <p:nvPr/>
        </p:nvSpPr>
        <p:spPr>
          <a:xfrm>
            <a:off x="7234920" y="729360"/>
            <a:ext cx="59040" cy="59040"/>
          </a:xfrm>
          <a:custGeom>
            <a:rect b="b" l="l" r="r" t="t"/>
            <a:pathLst>
              <a:path extrusionOk="0" h="524" w="524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1" y="268"/>
                  <a:pt x="1" y="268"/>
                </a:cubicBezTo>
                <a:cubicBezTo>
                  <a:pt x="1" y="268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8"/>
                  <a:pt x="523" y="268"/>
                </a:cubicBezTo>
                <a:cubicBezTo>
                  <a:pt x="523" y="268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"/>
          <p:cNvSpPr/>
          <p:nvPr/>
        </p:nvSpPr>
        <p:spPr>
          <a:xfrm>
            <a:off x="1041120" y="1590480"/>
            <a:ext cx="58680" cy="5904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0"/>
                  <a:pt x="232" y="233"/>
                </a:cubicBezTo>
                <a:cubicBezTo>
                  <a:pt x="143" y="239"/>
                  <a:pt x="1" y="268"/>
                  <a:pt x="1" y="268"/>
                </a:cubicBezTo>
                <a:cubicBezTo>
                  <a:pt x="1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9875" lIns="90000" spcFirstLastPara="1" rIns="90000" wrap="square" tIns="29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"/>
          <p:cNvSpPr/>
          <p:nvPr/>
        </p:nvSpPr>
        <p:spPr>
          <a:xfrm>
            <a:off x="7821720" y="3465720"/>
            <a:ext cx="66600" cy="66600"/>
          </a:xfrm>
          <a:custGeom>
            <a:rect b="b" l="l" r="r" t="t"/>
            <a:pathLst>
              <a:path extrusionOk="0" h="591" w="592">
                <a:moveTo>
                  <a:pt x="287" y="1"/>
                </a:moveTo>
                <a:cubicBezTo>
                  <a:pt x="287" y="1"/>
                  <a:pt x="266" y="136"/>
                  <a:pt x="262" y="264"/>
                </a:cubicBezTo>
                <a:cubicBezTo>
                  <a:pt x="163" y="270"/>
                  <a:pt x="0" y="305"/>
                  <a:pt x="0" y="305"/>
                </a:cubicBezTo>
                <a:cubicBezTo>
                  <a:pt x="0" y="305"/>
                  <a:pt x="136" y="326"/>
                  <a:pt x="262" y="329"/>
                </a:cubicBezTo>
                <a:cubicBezTo>
                  <a:pt x="264" y="457"/>
                  <a:pt x="288" y="590"/>
                  <a:pt x="288" y="590"/>
                </a:cubicBezTo>
                <a:cubicBezTo>
                  <a:pt x="288" y="590"/>
                  <a:pt x="321" y="428"/>
                  <a:pt x="329" y="329"/>
                </a:cubicBezTo>
                <a:cubicBezTo>
                  <a:pt x="458" y="327"/>
                  <a:pt x="592" y="302"/>
                  <a:pt x="592" y="302"/>
                </a:cubicBezTo>
                <a:cubicBezTo>
                  <a:pt x="592" y="302"/>
                  <a:pt x="428" y="269"/>
                  <a:pt x="329" y="263"/>
                </a:cubicBezTo>
                <a:cubicBezTo>
                  <a:pt x="321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3475" lIns="90000" spcFirstLastPara="1" rIns="90000" wrap="square" tIns="33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"/>
          <p:cNvSpPr/>
          <p:nvPr/>
        </p:nvSpPr>
        <p:spPr>
          <a:xfrm>
            <a:off x="8310600" y="4111200"/>
            <a:ext cx="268560" cy="268560"/>
          </a:xfrm>
          <a:custGeom>
            <a:rect b="b" l="l" r="r" t="t"/>
            <a:pathLst>
              <a:path extrusionOk="0" h="2364" w="2365">
                <a:moveTo>
                  <a:pt x="1150" y="1"/>
                </a:moveTo>
                <a:cubicBezTo>
                  <a:pt x="1150" y="1"/>
                  <a:pt x="1065" y="546"/>
                  <a:pt x="1048" y="1051"/>
                </a:cubicBezTo>
                <a:cubicBezTo>
                  <a:pt x="647" y="1080"/>
                  <a:pt x="0" y="1213"/>
                  <a:pt x="0" y="1213"/>
                </a:cubicBezTo>
                <a:cubicBezTo>
                  <a:pt x="0" y="1213"/>
                  <a:pt x="542" y="1299"/>
                  <a:pt x="1047" y="1315"/>
                </a:cubicBezTo>
                <a:cubicBezTo>
                  <a:pt x="1059" y="1830"/>
                  <a:pt x="1150" y="2363"/>
                  <a:pt x="1150" y="2363"/>
                </a:cubicBezTo>
                <a:cubicBezTo>
                  <a:pt x="1150" y="2363"/>
                  <a:pt x="1283" y="1717"/>
                  <a:pt x="1312" y="1316"/>
                </a:cubicBezTo>
                <a:cubicBezTo>
                  <a:pt x="1828" y="1305"/>
                  <a:pt x="2364" y="1213"/>
                  <a:pt x="2364" y="1213"/>
                </a:cubicBezTo>
                <a:cubicBezTo>
                  <a:pt x="2364" y="1213"/>
                  <a:pt x="1713" y="1079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"/>
          <p:cNvSpPr/>
          <p:nvPr/>
        </p:nvSpPr>
        <p:spPr>
          <a:xfrm>
            <a:off x="7368120" y="1805400"/>
            <a:ext cx="133920" cy="133920"/>
          </a:xfrm>
          <a:custGeom>
            <a:rect b="b" l="l" r="r" t="t"/>
            <a:pathLst>
              <a:path extrusionOk="0" h="1184" w="1184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"/>
          <p:cNvSpPr/>
          <p:nvPr/>
        </p:nvSpPr>
        <p:spPr>
          <a:xfrm>
            <a:off x="1473120" y="2885040"/>
            <a:ext cx="133920" cy="133920"/>
          </a:xfrm>
          <a:custGeom>
            <a:rect b="b" l="l" r="r" t="t"/>
            <a:pathLst>
              <a:path extrusionOk="0" h="1184" w="1184">
                <a:moveTo>
                  <a:pt x="577" y="1"/>
                </a:moveTo>
                <a:cubicBezTo>
                  <a:pt x="577" y="1"/>
                  <a:pt x="534" y="273"/>
                  <a:pt x="526" y="527"/>
                </a:cubicBezTo>
                <a:cubicBezTo>
                  <a:pt x="325" y="542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30" y="917"/>
                  <a:pt x="577" y="1183"/>
                  <a:pt x="577" y="1183"/>
                </a:cubicBezTo>
                <a:cubicBezTo>
                  <a:pt x="577" y="1183"/>
                  <a:pt x="644" y="861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7"/>
                </a:cubicBezTo>
                <a:cubicBezTo>
                  <a:pt x="644" y="327"/>
                  <a:pt x="577" y="1"/>
                  <a:pt x="5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"/>
          <p:cNvSpPr/>
          <p:nvPr/>
        </p:nvSpPr>
        <p:spPr>
          <a:xfrm>
            <a:off x="2588040" y="4263480"/>
            <a:ext cx="268560" cy="268560"/>
          </a:xfrm>
          <a:custGeom>
            <a:rect b="b" l="l" r="r" t="t"/>
            <a:pathLst>
              <a:path extrusionOk="0" h="2365" w="2364">
                <a:moveTo>
                  <a:pt x="1150" y="1"/>
                </a:moveTo>
                <a:cubicBezTo>
                  <a:pt x="1150" y="1"/>
                  <a:pt x="1065" y="546"/>
                  <a:pt x="1048" y="1052"/>
                </a:cubicBezTo>
                <a:cubicBezTo>
                  <a:pt x="647" y="1080"/>
                  <a:pt x="0" y="1214"/>
                  <a:pt x="0" y="1214"/>
                </a:cubicBezTo>
                <a:cubicBezTo>
                  <a:pt x="0" y="1214"/>
                  <a:pt x="541" y="1299"/>
                  <a:pt x="1047" y="1316"/>
                </a:cubicBezTo>
                <a:cubicBezTo>
                  <a:pt x="1058" y="1832"/>
                  <a:pt x="1150" y="2365"/>
                  <a:pt x="1150" y="2365"/>
                </a:cubicBezTo>
                <a:cubicBezTo>
                  <a:pt x="1150" y="2365"/>
                  <a:pt x="1283" y="1718"/>
                  <a:pt x="1312" y="1318"/>
                </a:cubicBezTo>
                <a:cubicBezTo>
                  <a:pt x="1828" y="1305"/>
                  <a:pt x="2364" y="1214"/>
                  <a:pt x="2364" y="1214"/>
                </a:cubicBezTo>
                <a:cubicBezTo>
                  <a:pt x="2364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"/>
          <p:cNvSpPr/>
          <p:nvPr/>
        </p:nvSpPr>
        <p:spPr>
          <a:xfrm>
            <a:off x="892800" y="3777840"/>
            <a:ext cx="133920" cy="13392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8" y="526"/>
                </a:cubicBezTo>
                <a:cubicBezTo>
                  <a:pt x="643" y="327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"/>
          <p:cNvSpPr/>
          <p:nvPr/>
        </p:nvSpPr>
        <p:spPr>
          <a:xfrm>
            <a:off x="6929280" y="2060640"/>
            <a:ext cx="268560" cy="268560"/>
          </a:xfrm>
          <a:custGeom>
            <a:rect b="b" l="l" r="r" t="t"/>
            <a:pathLst>
              <a:path extrusionOk="0" h="2364" w="2365">
                <a:moveTo>
                  <a:pt x="1150" y="1"/>
                </a:moveTo>
                <a:cubicBezTo>
                  <a:pt x="1150" y="1"/>
                  <a:pt x="1065" y="546"/>
                  <a:pt x="1049" y="1051"/>
                </a:cubicBezTo>
                <a:cubicBezTo>
                  <a:pt x="648" y="1080"/>
                  <a:pt x="1" y="1213"/>
                  <a:pt x="1" y="1213"/>
                </a:cubicBezTo>
                <a:cubicBezTo>
                  <a:pt x="1" y="1213"/>
                  <a:pt x="542" y="1299"/>
                  <a:pt x="1048" y="1316"/>
                </a:cubicBezTo>
                <a:cubicBezTo>
                  <a:pt x="1059" y="1831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3"/>
                  <a:pt x="2365" y="1213"/>
                </a:cubicBezTo>
                <a:cubicBezTo>
                  <a:pt x="2365" y="1213"/>
                  <a:pt x="1713" y="1080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"/>
          <p:cNvSpPr/>
          <p:nvPr/>
        </p:nvSpPr>
        <p:spPr>
          <a:xfrm>
            <a:off x="1691280" y="808200"/>
            <a:ext cx="133920" cy="13392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7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7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7300" lIns="90000" spcFirstLastPara="1" rIns="90000" wrap="square" tIns="6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"/>
          <p:cNvSpPr txBox="1"/>
          <p:nvPr>
            <p:ph idx="4294967295" type="subTitle"/>
          </p:nvPr>
        </p:nvSpPr>
        <p:spPr>
          <a:xfrm rot="-546">
            <a:off x="2521575" y="2903136"/>
            <a:ext cx="37761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Pedro </a:t>
            </a:r>
            <a:r>
              <a:rPr lang="en"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Henrique, Maycon, Arthur, Bruna, Luis Felipe</a:t>
            </a:r>
            <a:endParaRPr sz="1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Outubro de 2024</a:t>
            </a:r>
            <a:endParaRPr sz="1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75a779fefc_0_11"/>
          <p:cNvSpPr txBox="1"/>
          <p:nvPr>
            <p:ph idx="1" type="body"/>
          </p:nvPr>
        </p:nvSpPr>
        <p:spPr>
          <a:xfrm>
            <a:off x="1134075" y="1805250"/>
            <a:ext cx="58170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2300">
                <a:solidFill>
                  <a:schemeClr val="dk1"/>
                </a:solidFill>
              </a:rPr>
              <a:t>O que são Feiras de Ciências?</a:t>
            </a:r>
            <a:endParaRPr sz="23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2300">
                <a:solidFill>
                  <a:schemeClr val="dk1"/>
                </a:solidFill>
              </a:rPr>
              <a:t>Relato Pessoal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Benefícios</a:t>
            </a:r>
            <a:endParaRPr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376" name="Google Shape;376;g275a779fefc_0_11"/>
          <p:cNvSpPr txBox="1"/>
          <p:nvPr>
            <p:ph idx="1" type="body"/>
          </p:nvPr>
        </p:nvSpPr>
        <p:spPr>
          <a:xfrm>
            <a:off x="4077150" y="953625"/>
            <a:ext cx="1146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300">
                <a:solidFill>
                  <a:schemeClr val="dk1"/>
                </a:solidFill>
              </a:rPr>
              <a:t>Tópicos: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75a779fefc_0_26"/>
          <p:cNvSpPr txBox="1"/>
          <p:nvPr>
            <p:ph type="title"/>
          </p:nvPr>
        </p:nvSpPr>
        <p:spPr>
          <a:xfrm>
            <a:off x="536450" y="438825"/>
            <a:ext cx="77034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O quê são Feiras de Ciências: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g275a779fefc_0_26"/>
          <p:cNvSpPr txBox="1"/>
          <p:nvPr>
            <p:ph type="title"/>
          </p:nvPr>
        </p:nvSpPr>
        <p:spPr>
          <a:xfrm>
            <a:off x="1155675" y="1116875"/>
            <a:ext cx="71592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Propósito:</a:t>
            </a:r>
            <a:endParaRPr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600">
                <a:solidFill>
                  <a:schemeClr val="dk1"/>
                </a:solidFill>
              </a:rPr>
              <a:t>Divulgação Científica</a:t>
            </a:r>
            <a:endParaRPr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600">
                <a:solidFill>
                  <a:schemeClr val="dk1"/>
                </a:solidFill>
              </a:rPr>
              <a:t>Estimula a cultura científica e a Inovação</a:t>
            </a:r>
            <a:endParaRPr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600">
                <a:solidFill>
                  <a:schemeClr val="dk1"/>
                </a:solidFill>
              </a:rPr>
              <a:t>STEAM  (Sigla em inglês para Ciência, Tecnologia, Engenharia, Artes e Matemática) </a:t>
            </a:r>
            <a:endParaRPr sz="1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600">
                <a:solidFill>
                  <a:schemeClr val="dk1"/>
                </a:solidFill>
              </a:rPr>
              <a:t>Experiências mútuas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83" name="Google Shape;383;g275a779fefc_0_26"/>
          <p:cNvPicPr preferRelativeResize="0"/>
          <p:nvPr/>
        </p:nvPicPr>
        <p:blipFill rotWithShape="1">
          <a:blip r:embed="rId3">
            <a:alphaModFix/>
          </a:blip>
          <a:srcRect b="23645" l="16052" r="14814" t="27327"/>
          <a:stretch/>
        </p:blipFill>
        <p:spPr>
          <a:xfrm>
            <a:off x="757925" y="2762775"/>
            <a:ext cx="1675200" cy="8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275a779fefc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8187" y="3891925"/>
            <a:ext cx="2375760" cy="9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275a779fefc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636" y="3810125"/>
            <a:ext cx="1271767" cy="114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275a779fefc_0_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8975" y="3294575"/>
            <a:ext cx="1391089" cy="10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275a779fefc_0_26"/>
          <p:cNvPicPr preferRelativeResize="0"/>
          <p:nvPr/>
        </p:nvPicPr>
        <p:blipFill rotWithShape="1">
          <a:blip r:embed="rId7">
            <a:alphaModFix/>
          </a:blip>
          <a:srcRect b="28351" l="0" r="0" t="30147"/>
          <a:stretch/>
        </p:blipFill>
        <p:spPr>
          <a:xfrm>
            <a:off x="3057825" y="2866250"/>
            <a:ext cx="1857375" cy="7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7655d94eeb_0_6"/>
          <p:cNvSpPr txBox="1"/>
          <p:nvPr>
            <p:ph type="title"/>
          </p:nvPr>
        </p:nvSpPr>
        <p:spPr>
          <a:xfrm>
            <a:off x="3379650" y="678683"/>
            <a:ext cx="23847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chemeClr val="dk1"/>
                </a:solidFill>
              </a:rPr>
              <a:t>Benefícios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393" name="Google Shape;393;g27655d94eeb_0_6"/>
          <p:cNvSpPr txBox="1"/>
          <p:nvPr/>
        </p:nvSpPr>
        <p:spPr>
          <a:xfrm>
            <a:off x="795448" y="1688300"/>
            <a:ext cx="35253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Melhora na Organização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Visão de Mundo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 leitura e interpretação de artigos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Lidar com Ansiedade, Medo, Frustração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27655d94eeb_0_6"/>
          <p:cNvSpPr txBox="1"/>
          <p:nvPr/>
        </p:nvSpPr>
        <p:spPr>
          <a:xfrm>
            <a:off x="4629304" y="1688300"/>
            <a:ext cx="45147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Artigos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Hipotese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Justificativas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Perspectivas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75a779fefc_0_6"/>
          <p:cNvSpPr txBox="1"/>
          <p:nvPr>
            <p:ph type="title"/>
          </p:nvPr>
        </p:nvSpPr>
        <p:spPr>
          <a:xfrm>
            <a:off x="2422825" y="2112325"/>
            <a:ext cx="48792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chemeClr val="dk1"/>
                </a:solidFill>
              </a:rPr>
              <a:t>FEIRAS DE CIÊNCIAS</a:t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75a779fefc_0_36"/>
          <p:cNvSpPr txBox="1"/>
          <p:nvPr>
            <p:ph type="title"/>
          </p:nvPr>
        </p:nvSpPr>
        <p:spPr>
          <a:xfrm>
            <a:off x="3070350" y="738350"/>
            <a:ext cx="30033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Instituto Federal Fluminense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g275a779fefc_0_36"/>
          <p:cNvSpPr txBox="1"/>
          <p:nvPr>
            <p:ph type="title"/>
          </p:nvPr>
        </p:nvSpPr>
        <p:spPr>
          <a:xfrm>
            <a:off x="976825" y="1524150"/>
            <a:ext cx="77034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CONFICT - Congresso Fluminense de Iniciação Científica e Tecnológica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CONPG - Congresso Fluminense de Pós Graduação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CONEPE - Congresso de Ensino Pesquisa e Extensão - IFF Guarus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Mostra do Conhecimento - IFF BJI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06" name="Google Shape;406;g275a779fef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4800" y="577763"/>
            <a:ext cx="781875" cy="94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275a779fefc_0_36"/>
          <p:cNvPicPr preferRelativeResize="0"/>
          <p:nvPr/>
        </p:nvPicPr>
        <p:blipFill rotWithShape="1">
          <a:blip r:embed="rId4">
            <a:alphaModFix/>
          </a:blip>
          <a:srcRect b="0" l="19577" r="19849" t="0"/>
          <a:stretch/>
        </p:blipFill>
        <p:spPr>
          <a:xfrm>
            <a:off x="3542775" y="2587350"/>
            <a:ext cx="2398775" cy="10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275a779fefc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8175" y="2587350"/>
            <a:ext cx="2022701" cy="202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275a779fefc_0_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813" y="25873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"/>
          <p:cNvSpPr txBox="1"/>
          <p:nvPr>
            <p:ph idx="4294967295" type="title"/>
          </p:nvPr>
        </p:nvSpPr>
        <p:spPr>
          <a:xfrm>
            <a:off x="756360" y="403920"/>
            <a:ext cx="7703280" cy="56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xo Medium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FEBRACE – Feira Brasileira de Ciências e Engenharia (2024)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2"/>
          <p:cNvGrpSpPr/>
          <p:nvPr/>
        </p:nvGrpSpPr>
        <p:grpSpPr>
          <a:xfrm>
            <a:off x="7106040" y="3686040"/>
            <a:ext cx="993600" cy="993600"/>
            <a:chOff x="7106040" y="3686040"/>
            <a:chExt cx="993600" cy="993600"/>
          </a:xfrm>
        </p:grpSpPr>
        <p:sp>
          <p:nvSpPr>
            <p:cNvPr id="416" name="Google Shape;416;p2"/>
            <p:cNvSpPr/>
            <p:nvPr/>
          </p:nvSpPr>
          <p:spPr>
            <a:xfrm>
              <a:off x="7342200" y="3922200"/>
              <a:ext cx="521640" cy="521640"/>
            </a:xfrm>
            <a:custGeom>
              <a:rect b="b" l="l" r="r" t="t"/>
              <a:pathLst>
                <a:path extrusionOk="0" h="26906" w="26907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7317720" y="3897360"/>
              <a:ext cx="570960" cy="570960"/>
            </a:xfrm>
            <a:custGeom>
              <a:rect b="b" l="l" r="r" t="t"/>
              <a:pathLst>
                <a:path extrusionOk="0" h="29454" w="29454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7207200" y="3786840"/>
              <a:ext cx="792000" cy="792000"/>
            </a:xfrm>
            <a:custGeom>
              <a:rect b="b" l="l" r="r" t="t"/>
              <a:pathLst>
                <a:path extrusionOk="0" h="40837" w="40836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7106040" y="3686040"/>
              <a:ext cx="993600" cy="993600"/>
            </a:xfrm>
            <a:custGeom>
              <a:rect b="b" l="l" r="r" t="t"/>
              <a:pathLst>
                <a:path extrusionOk="0" h="51237" w="51237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2"/>
          <p:cNvSpPr txBox="1"/>
          <p:nvPr>
            <p:ph idx="4294967295" type="title"/>
          </p:nvPr>
        </p:nvSpPr>
        <p:spPr>
          <a:xfrm>
            <a:off x="2515463" y="2901563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Exo Medium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Site:  </a:t>
            </a:r>
            <a:r>
              <a:rPr b="0" i="0" lang="en" sz="1200" u="sng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https://febrace.org.br/participe/regras/regras-gerais/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 txBox="1"/>
          <p:nvPr>
            <p:ph idx="4294967295" type="title"/>
          </p:nvPr>
        </p:nvSpPr>
        <p:spPr>
          <a:xfrm>
            <a:off x="2649600" y="732600"/>
            <a:ext cx="4190040" cy="52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Exo Medium"/>
              <a:buNone/>
            </a:pPr>
            <a:r>
              <a:t/>
            </a:r>
            <a:endParaRPr sz="1400">
              <a:solidFill>
                <a:schemeClr val="accent4"/>
              </a:solidFill>
              <a:latin typeface="Exo Medium"/>
              <a:ea typeface="Exo Medium"/>
              <a:cs typeface="Exo Medium"/>
              <a:sym typeface="Ex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Exo Medium"/>
              <a:buNone/>
            </a:pPr>
            <a:r>
              <a:t/>
            </a:r>
            <a:endParaRPr sz="1400">
              <a:solidFill>
                <a:schemeClr val="accent4"/>
              </a:solidFill>
              <a:latin typeface="Exo Medium"/>
              <a:ea typeface="Exo Medium"/>
              <a:cs typeface="Exo Medium"/>
              <a:sym typeface="Exo Medium"/>
            </a:endParaRPr>
          </a:p>
        </p:txBody>
      </p:sp>
      <p:sp>
        <p:nvSpPr>
          <p:cNvPr id="422" name="Google Shape;422;p2"/>
          <p:cNvSpPr txBox="1"/>
          <p:nvPr>
            <p:ph idx="4294967295" type="title"/>
          </p:nvPr>
        </p:nvSpPr>
        <p:spPr>
          <a:xfrm>
            <a:off x="895463" y="1821563"/>
            <a:ext cx="719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Como Funciona?</a:t>
            </a:r>
            <a:r>
              <a:rPr b="0" i="0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Etapa de Seleção, Etapa Virtual (Semi Final), Etapa Presencial (Final) e Premiações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"/>
          <p:cNvSpPr txBox="1"/>
          <p:nvPr>
            <p:ph idx="4294967295" type="title"/>
          </p:nvPr>
        </p:nvSpPr>
        <p:spPr>
          <a:xfrm>
            <a:off x="895463" y="2168963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Exigências: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ser estudante a partir do 8º ano , EM ou Técnico, e no máximo 20 anos.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" name="Google Shape;424;p2"/>
          <p:cNvGrpSpPr/>
          <p:nvPr/>
        </p:nvGrpSpPr>
        <p:grpSpPr>
          <a:xfrm>
            <a:off x="266478" y="1568858"/>
            <a:ext cx="1142125" cy="498644"/>
            <a:chOff x="266478" y="1568858"/>
            <a:chExt cx="1142125" cy="498644"/>
          </a:xfrm>
        </p:grpSpPr>
        <p:sp>
          <p:nvSpPr>
            <p:cNvPr id="425" name="Google Shape;425;p2"/>
            <p:cNvSpPr/>
            <p:nvPr/>
          </p:nvSpPr>
          <p:spPr>
            <a:xfrm rot="-855000">
              <a:off x="277560" y="1703160"/>
              <a:ext cx="1119960" cy="23004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"/>
            <p:cNvSpPr/>
            <p:nvPr/>
          </p:nvSpPr>
          <p:spPr>
            <a:xfrm rot="-855000">
              <a:off x="1003680" y="1635840"/>
              <a:ext cx="39960" cy="3528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"/>
            <p:cNvSpPr/>
            <p:nvPr/>
          </p:nvSpPr>
          <p:spPr>
            <a:xfrm rot="-855000">
              <a:off x="291960" y="200268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"/>
            <p:cNvSpPr/>
            <p:nvPr/>
          </p:nvSpPr>
          <p:spPr>
            <a:xfrm rot="-855000">
              <a:off x="672840" y="1759680"/>
              <a:ext cx="39600" cy="3528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"/>
            <p:cNvSpPr/>
            <p:nvPr/>
          </p:nvSpPr>
          <p:spPr>
            <a:xfrm rot="-855000">
              <a:off x="1226880" y="171252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"/>
            <p:cNvSpPr/>
            <p:nvPr/>
          </p:nvSpPr>
          <p:spPr>
            <a:xfrm rot="-855000">
              <a:off x="484920" y="201060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"/>
            <p:cNvSpPr/>
            <p:nvPr/>
          </p:nvSpPr>
          <p:spPr>
            <a:xfrm rot="-855000">
              <a:off x="1359720" y="163548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2"/>
          <p:cNvGrpSpPr/>
          <p:nvPr/>
        </p:nvGrpSpPr>
        <p:grpSpPr>
          <a:xfrm>
            <a:off x="5146834" y="4067240"/>
            <a:ext cx="856972" cy="980560"/>
            <a:chOff x="5146834" y="4067240"/>
            <a:chExt cx="856972" cy="980560"/>
          </a:xfrm>
        </p:grpSpPr>
        <p:sp>
          <p:nvSpPr>
            <p:cNvPr id="433" name="Google Shape;433;p2"/>
            <p:cNvSpPr/>
            <p:nvPr/>
          </p:nvSpPr>
          <p:spPr>
            <a:xfrm rot="-601200">
              <a:off x="5179320" y="4513320"/>
              <a:ext cx="205200" cy="252360"/>
            </a:xfrm>
            <a:custGeom>
              <a:rect b="b" l="l" r="r" t="t"/>
              <a:pathLst>
                <a:path extrusionOk="0" h="2377" w="1935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"/>
            <p:cNvSpPr/>
            <p:nvPr/>
          </p:nvSpPr>
          <p:spPr>
            <a:xfrm rot="-601200">
              <a:off x="5372280" y="4107240"/>
              <a:ext cx="532800" cy="901080"/>
            </a:xfrm>
            <a:custGeom>
              <a:rect b="b" l="l" r="r" t="t"/>
              <a:pathLst>
                <a:path extrusionOk="0" h="8467" w="501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"/>
            <p:cNvSpPr/>
            <p:nvPr/>
          </p:nvSpPr>
          <p:spPr>
            <a:xfrm rot="-601200">
              <a:off x="5150520" y="4573080"/>
              <a:ext cx="46440" cy="46440"/>
            </a:xfrm>
            <a:custGeom>
              <a:rect b="b" l="l" r="r" t="t"/>
              <a:pathLst>
                <a:path extrusionOk="0" h="444" w="442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"/>
            <p:cNvSpPr/>
            <p:nvPr/>
          </p:nvSpPr>
          <p:spPr>
            <a:xfrm rot="-601200">
              <a:off x="5523120" y="4228920"/>
              <a:ext cx="46440" cy="46440"/>
            </a:xfrm>
            <a:custGeom>
              <a:rect b="b" l="l" r="r" t="t"/>
              <a:pathLst>
                <a:path extrusionOk="0" h="444" w="443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"/>
            <p:cNvSpPr/>
            <p:nvPr/>
          </p:nvSpPr>
          <p:spPr>
            <a:xfrm rot="-601200">
              <a:off x="5838840" y="4284360"/>
              <a:ext cx="46800" cy="46440"/>
            </a:xfrm>
            <a:custGeom>
              <a:rect b="b" l="l" r="r" t="t"/>
              <a:pathLst>
                <a:path extrusionOk="0" h="443" w="445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"/>
            <p:cNvSpPr/>
            <p:nvPr/>
          </p:nvSpPr>
          <p:spPr>
            <a:xfrm rot="-601200">
              <a:off x="5729400" y="465732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"/>
            <p:cNvSpPr/>
            <p:nvPr/>
          </p:nvSpPr>
          <p:spPr>
            <a:xfrm rot="-601200">
              <a:off x="5953680" y="493056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"/>
            <p:cNvSpPr/>
            <p:nvPr/>
          </p:nvSpPr>
          <p:spPr>
            <a:xfrm rot="-601200">
              <a:off x="5260680" y="4735440"/>
              <a:ext cx="55440" cy="55440"/>
            </a:xfrm>
            <a:custGeom>
              <a:rect b="b" l="l" r="r" t="t"/>
              <a:pathLst>
                <a:path extrusionOk="0" h="527" w="527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0000" spcFirstLastPara="1" rIns="90000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"/>
            <p:cNvSpPr/>
            <p:nvPr/>
          </p:nvSpPr>
          <p:spPr>
            <a:xfrm rot="-601200">
              <a:off x="5370480" y="46238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"/>
            <p:cNvSpPr/>
            <p:nvPr/>
          </p:nvSpPr>
          <p:spPr>
            <a:xfrm rot="-601200">
              <a:off x="5346360" y="448632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"/>
            <p:cNvSpPr/>
            <p:nvPr/>
          </p:nvSpPr>
          <p:spPr>
            <a:xfrm rot="-601200">
              <a:off x="5657040" y="40694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"/>
            <p:cNvSpPr/>
            <p:nvPr/>
          </p:nvSpPr>
          <p:spPr>
            <a:xfrm rot="-601200">
              <a:off x="5686560" y="442620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"/>
            <p:cNvSpPr/>
            <p:nvPr/>
          </p:nvSpPr>
          <p:spPr>
            <a:xfrm rot="-601200">
              <a:off x="5758200" y="483156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6" name="Google Shape;446;p2"/>
          <p:cNvGrpSpPr/>
          <p:nvPr/>
        </p:nvGrpSpPr>
        <p:grpSpPr>
          <a:xfrm>
            <a:off x="8206560" y="4196160"/>
            <a:ext cx="937080" cy="947160"/>
            <a:chOff x="8206560" y="4196160"/>
            <a:chExt cx="937080" cy="947160"/>
          </a:xfrm>
        </p:grpSpPr>
        <p:grpSp>
          <p:nvGrpSpPr>
            <p:cNvPr id="447" name="Google Shape;447;p2"/>
            <p:cNvGrpSpPr/>
            <p:nvPr/>
          </p:nvGrpSpPr>
          <p:grpSpPr>
            <a:xfrm>
              <a:off x="8206560" y="4196160"/>
              <a:ext cx="937080" cy="947160"/>
              <a:chOff x="8206560" y="4196160"/>
              <a:chExt cx="937080" cy="947160"/>
            </a:xfrm>
          </p:grpSpPr>
          <p:sp>
            <p:nvSpPr>
              <p:cNvPr id="448" name="Google Shape;448;p2"/>
              <p:cNvSpPr/>
              <p:nvPr/>
            </p:nvSpPr>
            <p:spPr>
              <a:xfrm>
                <a:off x="8516520" y="4228920"/>
                <a:ext cx="379800" cy="658440"/>
              </a:xfrm>
              <a:custGeom>
                <a:rect b="b" l="l" r="r" t="t"/>
                <a:pathLst>
                  <a:path extrusionOk="0" h="5090" w="2938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"/>
              <p:cNvSpPr/>
              <p:nvPr/>
            </p:nvSpPr>
            <p:spPr>
              <a:xfrm>
                <a:off x="8825400" y="4847760"/>
                <a:ext cx="290880" cy="33840"/>
              </a:xfrm>
              <a:custGeom>
                <a:rect b="b" l="l" r="r" t="t"/>
                <a:pathLst>
                  <a:path extrusionOk="0" h="268" w="2251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"/>
              <p:cNvSpPr/>
              <p:nvPr/>
            </p:nvSpPr>
            <p:spPr>
              <a:xfrm>
                <a:off x="8240040" y="4918680"/>
                <a:ext cx="406080" cy="223560"/>
              </a:xfrm>
              <a:custGeom>
                <a:rect b="b" l="l" r="r" t="t"/>
                <a:pathLst>
                  <a:path extrusionOk="0" h="1731" w="3142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"/>
              <p:cNvSpPr/>
              <p:nvPr/>
            </p:nvSpPr>
            <p:spPr>
              <a:xfrm>
                <a:off x="8865000" y="4514040"/>
                <a:ext cx="56880" cy="56520"/>
              </a:xfrm>
              <a:custGeom>
                <a:rect b="b" l="l" r="r" t="t"/>
                <a:pathLst>
                  <a:path extrusionOk="0" h="443" w="444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"/>
              <p:cNvSpPr/>
              <p:nvPr/>
            </p:nvSpPr>
            <p:spPr>
              <a:xfrm>
                <a:off x="9087120" y="4851000"/>
                <a:ext cx="56520" cy="56520"/>
              </a:xfrm>
              <a:custGeom>
                <a:rect b="b" l="l" r="r" t="t"/>
                <a:pathLst>
                  <a:path extrusionOk="0" h="443" w="442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"/>
              <p:cNvSpPr/>
              <p:nvPr/>
            </p:nvSpPr>
            <p:spPr>
              <a:xfrm>
                <a:off x="8679960" y="4196160"/>
                <a:ext cx="67680" cy="67680"/>
              </a:xfrm>
              <a:custGeom>
                <a:rect b="b" l="l" r="r" t="t"/>
                <a:pathLst>
                  <a:path extrusionOk="0" h="528" w="527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"/>
              <p:cNvSpPr/>
              <p:nvPr/>
            </p:nvSpPr>
            <p:spPr>
              <a:xfrm>
                <a:off x="8574840" y="4851000"/>
                <a:ext cx="67320" cy="67680"/>
              </a:xfrm>
              <a:custGeom>
                <a:rect b="b" l="l" r="r" t="t"/>
                <a:pathLst>
                  <a:path extrusionOk="0" h="527" w="526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"/>
              <p:cNvSpPr/>
              <p:nvPr/>
            </p:nvSpPr>
            <p:spPr>
              <a:xfrm>
                <a:off x="8206560" y="4952520"/>
                <a:ext cx="67680" cy="67680"/>
              </a:xfrm>
              <a:custGeom>
                <a:rect b="b" l="l" r="r" t="t"/>
                <a:pathLst>
                  <a:path extrusionOk="0" h="527" w="528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"/>
              <p:cNvSpPr/>
              <p:nvPr/>
            </p:nvSpPr>
            <p:spPr>
              <a:xfrm>
                <a:off x="8497080" y="45712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"/>
              <p:cNvSpPr/>
              <p:nvPr/>
            </p:nvSpPr>
            <p:spPr>
              <a:xfrm>
                <a:off x="8619840" y="51094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2"/>
            <p:cNvSpPr/>
            <p:nvPr/>
          </p:nvSpPr>
          <p:spPr>
            <a:xfrm>
              <a:off x="8790840" y="4816800"/>
              <a:ext cx="67680" cy="67320"/>
            </a:xfrm>
            <a:custGeom>
              <a:rect b="b" l="l" r="r" t="t"/>
              <a:pathLst>
                <a:path extrusionOk="0" h="526" w="527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2"/>
          <p:cNvGrpSpPr/>
          <p:nvPr/>
        </p:nvGrpSpPr>
        <p:grpSpPr>
          <a:xfrm>
            <a:off x="6934680" y="-180000"/>
            <a:ext cx="562680" cy="510480"/>
            <a:chOff x="6934680" y="-180000"/>
            <a:chExt cx="562680" cy="510480"/>
          </a:xfrm>
        </p:grpSpPr>
        <p:sp>
          <p:nvSpPr>
            <p:cNvPr id="460" name="Google Shape;460;p2"/>
            <p:cNvSpPr/>
            <p:nvPr/>
          </p:nvSpPr>
          <p:spPr>
            <a:xfrm flipH="1">
              <a:off x="6934680" y="-180000"/>
              <a:ext cx="562680" cy="51048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"/>
            <p:cNvSpPr/>
            <p:nvPr/>
          </p:nvSpPr>
          <p:spPr>
            <a:xfrm flipH="1">
              <a:off x="6983640" y="3600"/>
              <a:ext cx="291240" cy="31356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"/>
            <p:cNvSpPr/>
            <p:nvPr/>
          </p:nvSpPr>
          <p:spPr>
            <a:xfrm flipH="1">
              <a:off x="6959880" y="149400"/>
              <a:ext cx="203400" cy="15228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6300" lIns="90000" spcFirstLastPara="1" rIns="90000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"/>
            <p:cNvSpPr/>
            <p:nvPr/>
          </p:nvSpPr>
          <p:spPr>
            <a:xfrm flipH="1">
              <a:off x="7063920" y="129960"/>
              <a:ext cx="189720" cy="18972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"/>
            <p:cNvSpPr/>
            <p:nvPr/>
          </p:nvSpPr>
          <p:spPr>
            <a:xfrm flipH="1">
              <a:off x="7030800" y="255240"/>
              <a:ext cx="107280" cy="464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"/>
            <p:cNvSpPr/>
            <p:nvPr/>
          </p:nvSpPr>
          <p:spPr>
            <a:xfrm flipH="1">
              <a:off x="7059600" y="148680"/>
              <a:ext cx="91080" cy="4464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"/>
            <p:cNvSpPr/>
            <p:nvPr/>
          </p:nvSpPr>
          <p:spPr>
            <a:xfrm flipH="1">
              <a:off x="7121880" y="2880"/>
              <a:ext cx="151560" cy="8496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"/>
            <p:cNvSpPr/>
            <p:nvPr/>
          </p:nvSpPr>
          <p:spPr>
            <a:xfrm flipH="1">
              <a:off x="7181640" y="-133920"/>
              <a:ext cx="161640" cy="1202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8" name="Google Shape;468;p2"/>
          <p:cNvSpPr/>
          <p:nvPr/>
        </p:nvSpPr>
        <p:spPr>
          <a:xfrm>
            <a:off x="4695120" y="3692880"/>
            <a:ext cx="56520" cy="5688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"/>
          <p:cNvSpPr/>
          <p:nvPr/>
        </p:nvSpPr>
        <p:spPr>
          <a:xfrm>
            <a:off x="5871600" y="2430720"/>
            <a:ext cx="56520" cy="5688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"/>
          <p:cNvSpPr/>
          <p:nvPr/>
        </p:nvSpPr>
        <p:spPr>
          <a:xfrm>
            <a:off x="6813000" y="519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"/>
          <p:cNvSpPr/>
          <p:nvPr/>
        </p:nvSpPr>
        <p:spPr>
          <a:xfrm>
            <a:off x="7380000" y="1104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"/>
          <p:cNvSpPr/>
          <p:nvPr/>
        </p:nvSpPr>
        <p:spPr>
          <a:xfrm>
            <a:off x="7886520" y="1428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"/>
          <p:cNvSpPr/>
          <p:nvPr/>
        </p:nvSpPr>
        <p:spPr>
          <a:xfrm>
            <a:off x="1789920" y="1881720"/>
            <a:ext cx="64080" cy="6408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"/>
          <p:cNvSpPr/>
          <p:nvPr/>
        </p:nvSpPr>
        <p:spPr>
          <a:xfrm>
            <a:off x="801000" y="3135240"/>
            <a:ext cx="64080" cy="6408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"/>
          <p:cNvSpPr/>
          <p:nvPr/>
        </p:nvSpPr>
        <p:spPr>
          <a:xfrm>
            <a:off x="1075463" y="2541563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Atenção sempre às taxas, documentos e formulários necessários para inscrição!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089" y="3686050"/>
            <a:ext cx="2133911" cy="99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"/>
          <p:cNvSpPr txBox="1"/>
          <p:nvPr>
            <p:ph idx="4294967295" type="title"/>
          </p:nvPr>
        </p:nvSpPr>
        <p:spPr>
          <a:xfrm>
            <a:off x="756360" y="335880"/>
            <a:ext cx="7703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xo Medium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Ciência Jovem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2" name="Google Shape;482;p4"/>
          <p:cNvGrpSpPr/>
          <p:nvPr/>
        </p:nvGrpSpPr>
        <p:grpSpPr>
          <a:xfrm>
            <a:off x="7106040" y="3686040"/>
            <a:ext cx="993600" cy="993600"/>
            <a:chOff x="7106040" y="3686040"/>
            <a:chExt cx="993600" cy="993600"/>
          </a:xfrm>
        </p:grpSpPr>
        <p:sp>
          <p:nvSpPr>
            <p:cNvPr id="483" name="Google Shape;483;p4"/>
            <p:cNvSpPr/>
            <p:nvPr/>
          </p:nvSpPr>
          <p:spPr>
            <a:xfrm>
              <a:off x="7342200" y="3922200"/>
              <a:ext cx="521640" cy="521640"/>
            </a:xfrm>
            <a:custGeom>
              <a:rect b="b" l="l" r="r" t="t"/>
              <a:pathLst>
                <a:path extrusionOk="0" h="26906" w="26907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7317720" y="3897360"/>
              <a:ext cx="570960" cy="570960"/>
            </a:xfrm>
            <a:custGeom>
              <a:rect b="b" l="l" r="r" t="t"/>
              <a:pathLst>
                <a:path extrusionOk="0" h="29454" w="29454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7207200" y="3786840"/>
              <a:ext cx="792000" cy="792000"/>
            </a:xfrm>
            <a:custGeom>
              <a:rect b="b" l="l" r="r" t="t"/>
              <a:pathLst>
                <a:path extrusionOk="0" h="40837" w="40836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7106040" y="3686040"/>
              <a:ext cx="993600" cy="993600"/>
            </a:xfrm>
            <a:custGeom>
              <a:rect b="b" l="l" r="r" t="t"/>
              <a:pathLst>
                <a:path extrusionOk="0" h="51237" w="51237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4"/>
          <p:cNvSpPr txBox="1"/>
          <p:nvPr>
            <p:ph idx="4294967295" type="title"/>
          </p:nvPr>
        </p:nvSpPr>
        <p:spPr>
          <a:xfrm>
            <a:off x="2160000" y="3039450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Exo Medium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Site: </a:t>
            </a:r>
            <a:r>
              <a:rPr b="0" i="0" lang="en" sz="1200" u="sng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https://www.espacociencia.pe.gov.br/ciencia-jovem/#edicaoatual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"/>
          <p:cNvSpPr txBox="1"/>
          <p:nvPr>
            <p:ph idx="4294967295" type="title"/>
          </p:nvPr>
        </p:nvSpPr>
        <p:spPr>
          <a:xfrm>
            <a:off x="2649600" y="732600"/>
            <a:ext cx="4190040" cy="52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Exo Medium"/>
              <a:buNone/>
            </a:pPr>
            <a:r>
              <a:rPr b="0" i="0" lang="en" sz="14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DATAS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"/>
          <p:cNvSpPr txBox="1"/>
          <p:nvPr>
            <p:ph idx="4294967295" type="title"/>
          </p:nvPr>
        </p:nvSpPr>
        <p:spPr>
          <a:xfrm>
            <a:off x="1080000" y="1972050"/>
            <a:ext cx="719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Como Funciona?</a:t>
            </a:r>
            <a:r>
              <a:rPr b="0" i="0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Etapa de Seleção,Etapa Presencial (Final) e Premiações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"/>
          <p:cNvSpPr txBox="1"/>
          <p:nvPr>
            <p:ph idx="4294967295" type="title"/>
          </p:nvPr>
        </p:nvSpPr>
        <p:spPr>
          <a:xfrm>
            <a:off x="1080000" y="2319450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Exigências: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ser estudante a partir da Educação Infantil.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4"/>
          <p:cNvGrpSpPr/>
          <p:nvPr/>
        </p:nvGrpSpPr>
        <p:grpSpPr>
          <a:xfrm>
            <a:off x="266478" y="1568858"/>
            <a:ext cx="1142125" cy="498644"/>
            <a:chOff x="266478" y="1568858"/>
            <a:chExt cx="1142125" cy="498644"/>
          </a:xfrm>
        </p:grpSpPr>
        <p:sp>
          <p:nvSpPr>
            <p:cNvPr id="492" name="Google Shape;492;p4"/>
            <p:cNvSpPr/>
            <p:nvPr/>
          </p:nvSpPr>
          <p:spPr>
            <a:xfrm rot="-855000">
              <a:off x="277560" y="1703160"/>
              <a:ext cx="1119960" cy="23004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 rot="-855000">
              <a:off x="1003680" y="1635840"/>
              <a:ext cx="39960" cy="3528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 rot="-855000">
              <a:off x="291960" y="200268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 rot="-855000">
              <a:off x="672840" y="1759680"/>
              <a:ext cx="39600" cy="3528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 rot="-855000">
              <a:off x="1226880" y="171252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 rot="-855000">
              <a:off x="484920" y="201060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 rot="-855000">
              <a:off x="1359720" y="163548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4"/>
          <p:cNvGrpSpPr/>
          <p:nvPr/>
        </p:nvGrpSpPr>
        <p:grpSpPr>
          <a:xfrm>
            <a:off x="5146834" y="4067240"/>
            <a:ext cx="856972" cy="980560"/>
            <a:chOff x="5146834" y="4067240"/>
            <a:chExt cx="856972" cy="980560"/>
          </a:xfrm>
        </p:grpSpPr>
        <p:sp>
          <p:nvSpPr>
            <p:cNvPr id="500" name="Google Shape;500;p4"/>
            <p:cNvSpPr/>
            <p:nvPr/>
          </p:nvSpPr>
          <p:spPr>
            <a:xfrm rot="-601200">
              <a:off x="5179320" y="4513320"/>
              <a:ext cx="205200" cy="252360"/>
            </a:xfrm>
            <a:custGeom>
              <a:rect b="b" l="l" r="r" t="t"/>
              <a:pathLst>
                <a:path extrusionOk="0" h="2377" w="1935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 rot="-601200">
              <a:off x="5372280" y="4107240"/>
              <a:ext cx="532800" cy="901080"/>
            </a:xfrm>
            <a:custGeom>
              <a:rect b="b" l="l" r="r" t="t"/>
              <a:pathLst>
                <a:path extrusionOk="0" h="8467" w="501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 rot="-601200">
              <a:off x="5150520" y="4573080"/>
              <a:ext cx="46440" cy="46440"/>
            </a:xfrm>
            <a:custGeom>
              <a:rect b="b" l="l" r="r" t="t"/>
              <a:pathLst>
                <a:path extrusionOk="0" h="444" w="442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 rot="-601200">
              <a:off x="5523120" y="4228920"/>
              <a:ext cx="46440" cy="46440"/>
            </a:xfrm>
            <a:custGeom>
              <a:rect b="b" l="l" r="r" t="t"/>
              <a:pathLst>
                <a:path extrusionOk="0" h="444" w="443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 rot="-601200">
              <a:off x="5838840" y="4284360"/>
              <a:ext cx="46800" cy="46440"/>
            </a:xfrm>
            <a:custGeom>
              <a:rect b="b" l="l" r="r" t="t"/>
              <a:pathLst>
                <a:path extrusionOk="0" h="443" w="445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 rot="-601200">
              <a:off x="5729400" y="465732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 rot="-601200">
              <a:off x="5953680" y="493056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 rot="-601200">
              <a:off x="5260680" y="4735440"/>
              <a:ext cx="55440" cy="55440"/>
            </a:xfrm>
            <a:custGeom>
              <a:rect b="b" l="l" r="r" t="t"/>
              <a:pathLst>
                <a:path extrusionOk="0" h="527" w="527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0000" spcFirstLastPara="1" rIns="90000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 rot="-601200">
              <a:off x="5370480" y="46238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 rot="-601200">
              <a:off x="5346360" y="448632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 rot="-601200">
              <a:off x="5657040" y="40694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 rot="-601200">
              <a:off x="5686560" y="442620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 rot="-601200">
              <a:off x="5758200" y="483156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p4"/>
          <p:cNvGrpSpPr/>
          <p:nvPr/>
        </p:nvGrpSpPr>
        <p:grpSpPr>
          <a:xfrm>
            <a:off x="8206560" y="4196160"/>
            <a:ext cx="937080" cy="947160"/>
            <a:chOff x="8206560" y="4196160"/>
            <a:chExt cx="937080" cy="947160"/>
          </a:xfrm>
        </p:grpSpPr>
        <p:grpSp>
          <p:nvGrpSpPr>
            <p:cNvPr id="514" name="Google Shape;514;p4"/>
            <p:cNvGrpSpPr/>
            <p:nvPr/>
          </p:nvGrpSpPr>
          <p:grpSpPr>
            <a:xfrm>
              <a:off x="8206560" y="4196160"/>
              <a:ext cx="937080" cy="947160"/>
              <a:chOff x="8206560" y="4196160"/>
              <a:chExt cx="937080" cy="947160"/>
            </a:xfrm>
          </p:grpSpPr>
          <p:sp>
            <p:nvSpPr>
              <p:cNvPr id="515" name="Google Shape;515;p4"/>
              <p:cNvSpPr/>
              <p:nvPr/>
            </p:nvSpPr>
            <p:spPr>
              <a:xfrm>
                <a:off x="8516520" y="4228920"/>
                <a:ext cx="379800" cy="658440"/>
              </a:xfrm>
              <a:custGeom>
                <a:rect b="b" l="l" r="r" t="t"/>
                <a:pathLst>
                  <a:path extrusionOk="0" h="5090" w="2938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4"/>
              <p:cNvSpPr/>
              <p:nvPr/>
            </p:nvSpPr>
            <p:spPr>
              <a:xfrm>
                <a:off x="8825400" y="4847760"/>
                <a:ext cx="290880" cy="33840"/>
              </a:xfrm>
              <a:custGeom>
                <a:rect b="b" l="l" r="r" t="t"/>
                <a:pathLst>
                  <a:path extrusionOk="0" h="268" w="2251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4"/>
              <p:cNvSpPr/>
              <p:nvPr/>
            </p:nvSpPr>
            <p:spPr>
              <a:xfrm>
                <a:off x="8240040" y="4918680"/>
                <a:ext cx="406080" cy="223560"/>
              </a:xfrm>
              <a:custGeom>
                <a:rect b="b" l="l" r="r" t="t"/>
                <a:pathLst>
                  <a:path extrusionOk="0" h="1731" w="3142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4"/>
              <p:cNvSpPr/>
              <p:nvPr/>
            </p:nvSpPr>
            <p:spPr>
              <a:xfrm>
                <a:off x="8865000" y="4514040"/>
                <a:ext cx="56880" cy="56520"/>
              </a:xfrm>
              <a:custGeom>
                <a:rect b="b" l="l" r="r" t="t"/>
                <a:pathLst>
                  <a:path extrusionOk="0" h="443" w="444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4"/>
              <p:cNvSpPr/>
              <p:nvPr/>
            </p:nvSpPr>
            <p:spPr>
              <a:xfrm>
                <a:off x="9087120" y="4851000"/>
                <a:ext cx="56520" cy="56520"/>
              </a:xfrm>
              <a:custGeom>
                <a:rect b="b" l="l" r="r" t="t"/>
                <a:pathLst>
                  <a:path extrusionOk="0" h="443" w="442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4"/>
              <p:cNvSpPr/>
              <p:nvPr/>
            </p:nvSpPr>
            <p:spPr>
              <a:xfrm>
                <a:off x="8679960" y="4196160"/>
                <a:ext cx="67680" cy="67680"/>
              </a:xfrm>
              <a:custGeom>
                <a:rect b="b" l="l" r="r" t="t"/>
                <a:pathLst>
                  <a:path extrusionOk="0" h="528" w="527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4"/>
              <p:cNvSpPr/>
              <p:nvPr/>
            </p:nvSpPr>
            <p:spPr>
              <a:xfrm>
                <a:off x="8574840" y="4851000"/>
                <a:ext cx="67320" cy="67680"/>
              </a:xfrm>
              <a:custGeom>
                <a:rect b="b" l="l" r="r" t="t"/>
                <a:pathLst>
                  <a:path extrusionOk="0" h="527" w="526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4"/>
              <p:cNvSpPr/>
              <p:nvPr/>
            </p:nvSpPr>
            <p:spPr>
              <a:xfrm>
                <a:off x="8206560" y="4952520"/>
                <a:ext cx="67680" cy="67680"/>
              </a:xfrm>
              <a:custGeom>
                <a:rect b="b" l="l" r="r" t="t"/>
                <a:pathLst>
                  <a:path extrusionOk="0" h="527" w="528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8497080" y="45712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8619840" y="51094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5" name="Google Shape;525;p4"/>
            <p:cNvSpPr/>
            <p:nvPr/>
          </p:nvSpPr>
          <p:spPr>
            <a:xfrm>
              <a:off x="8790840" y="4816800"/>
              <a:ext cx="67680" cy="67320"/>
            </a:xfrm>
            <a:custGeom>
              <a:rect b="b" l="l" r="r" t="t"/>
              <a:pathLst>
                <a:path extrusionOk="0" h="526" w="527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p4"/>
          <p:cNvGrpSpPr/>
          <p:nvPr/>
        </p:nvGrpSpPr>
        <p:grpSpPr>
          <a:xfrm>
            <a:off x="6934680" y="-180000"/>
            <a:ext cx="562680" cy="510480"/>
            <a:chOff x="6934680" y="-180000"/>
            <a:chExt cx="562680" cy="510480"/>
          </a:xfrm>
        </p:grpSpPr>
        <p:sp>
          <p:nvSpPr>
            <p:cNvPr id="527" name="Google Shape;527;p4"/>
            <p:cNvSpPr/>
            <p:nvPr/>
          </p:nvSpPr>
          <p:spPr>
            <a:xfrm flipH="1">
              <a:off x="6934680" y="-180000"/>
              <a:ext cx="562680" cy="51048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"/>
            <p:cNvSpPr/>
            <p:nvPr/>
          </p:nvSpPr>
          <p:spPr>
            <a:xfrm flipH="1">
              <a:off x="6983640" y="3600"/>
              <a:ext cx="291240" cy="31356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"/>
            <p:cNvSpPr/>
            <p:nvPr/>
          </p:nvSpPr>
          <p:spPr>
            <a:xfrm flipH="1">
              <a:off x="6959880" y="149400"/>
              <a:ext cx="203400" cy="15228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6300" lIns="90000" spcFirstLastPara="1" rIns="90000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"/>
            <p:cNvSpPr/>
            <p:nvPr/>
          </p:nvSpPr>
          <p:spPr>
            <a:xfrm flipH="1">
              <a:off x="7063920" y="129960"/>
              <a:ext cx="189720" cy="18972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"/>
            <p:cNvSpPr/>
            <p:nvPr/>
          </p:nvSpPr>
          <p:spPr>
            <a:xfrm flipH="1">
              <a:off x="7030800" y="255240"/>
              <a:ext cx="107280" cy="464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"/>
            <p:cNvSpPr/>
            <p:nvPr/>
          </p:nvSpPr>
          <p:spPr>
            <a:xfrm flipH="1">
              <a:off x="7059600" y="148680"/>
              <a:ext cx="91080" cy="4464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"/>
            <p:cNvSpPr/>
            <p:nvPr/>
          </p:nvSpPr>
          <p:spPr>
            <a:xfrm flipH="1">
              <a:off x="7121880" y="2880"/>
              <a:ext cx="151560" cy="8496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"/>
            <p:cNvSpPr/>
            <p:nvPr/>
          </p:nvSpPr>
          <p:spPr>
            <a:xfrm flipH="1">
              <a:off x="7181640" y="-133920"/>
              <a:ext cx="161640" cy="1202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4"/>
          <p:cNvSpPr/>
          <p:nvPr/>
        </p:nvSpPr>
        <p:spPr>
          <a:xfrm>
            <a:off x="4695120" y="3692880"/>
            <a:ext cx="56520" cy="5688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"/>
          <p:cNvSpPr/>
          <p:nvPr/>
        </p:nvSpPr>
        <p:spPr>
          <a:xfrm>
            <a:off x="5871600" y="2430720"/>
            <a:ext cx="56520" cy="5688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"/>
          <p:cNvSpPr/>
          <p:nvPr/>
        </p:nvSpPr>
        <p:spPr>
          <a:xfrm>
            <a:off x="6813000" y="519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"/>
          <p:cNvSpPr/>
          <p:nvPr/>
        </p:nvSpPr>
        <p:spPr>
          <a:xfrm>
            <a:off x="7380000" y="1104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"/>
          <p:cNvSpPr/>
          <p:nvPr/>
        </p:nvSpPr>
        <p:spPr>
          <a:xfrm>
            <a:off x="7886520" y="1428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"/>
          <p:cNvSpPr/>
          <p:nvPr/>
        </p:nvSpPr>
        <p:spPr>
          <a:xfrm>
            <a:off x="1789920" y="1881720"/>
            <a:ext cx="64080" cy="6408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"/>
          <p:cNvSpPr/>
          <p:nvPr/>
        </p:nvSpPr>
        <p:spPr>
          <a:xfrm>
            <a:off x="801000" y="3135240"/>
            <a:ext cx="64080" cy="6408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"/>
          <p:cNvSpPr/>
          <p:nvPr/>
        </p:nvSpPr>
        <p:spPr>
          <a:xfrm>
            <a:off x="1260000" y="2692050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Atenção sempre às taxas, documentos e formulários necessários para inscrição!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49" y="3981261"/>
            <a:ext cx="1600153" cy="8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"/>
          <p:cNvSpPr txBox="1"/>
          <p:nvPr>
            <p:ph idx="4294967295" type="title"/>
          </p:nvPr>
        </p:nvSpPr>
        <p:spPr>
          <a:xfrm>
            <a:off x="720000" y="540000"/>
            <a:ext cx="7703280" cy="56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xo Medium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FECTI – Feira de Ciência, Tecnologia e Inovação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6"/>
          <p:cNvGrpSpPr/>
          <p:nvPr/>
        </p:nvGrpSpPr>
        <p:grpSpPr>
          <a:xfrm>
            <a:off x="7106040" y="3686040"/>
            <a:ext cx="993600" cy="993600"/>
            <a:chOff x="7106040" y="3686040"/>
            <a:chExt cx="993600" cy="993600"/>
          </a:xfrm>
        </p:grpSpPr>
        <p:sp>
          <p:nvSpPr>
            <p:cNvPr id="550" name="Google Shape;550;p6"/>
            <p:cNvSpPr/>
            <p:nvPr/>
          </p:nvSpPr>
          <p:spPr>
            <a:xfrm>
              <a:off x="7342200" y="3922200"/>
              <a:ext cx="521640" cy="521640"/>
            </a:xfrm>
            <a:custGeom>
              <a:rect b="b" l="l" r="r" t="t"/>
              <a:pathLst>
                <a:path extrusionOk="0" h="26906" w="26907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7317720" y="3897360"/>
              <a:ext cx="570960" cy="570960"/>
            </a:xfrm>
            <a:custGeom>
              <a:rect b="b" l="l" r="r" t="t"/>
              <a:pathLst>
                <a:path extrusionOk="0" h="29454" w="29454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7207200" y="3786840"/>
              <a:ext cx="792000" cy="792000"/>
            </a:xfrm>
            <a:custGeom>
              <a:rect b="b" l="l" r="r" t="t"/>
              <a:pathLst>
                <a:path extrusionOk="0" h="40837" w="40836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7106040" y="3686040"/>
              <a:ext cx="993600" cy="993600"/>
            </a:xfrm>
            <a:custGeom>
              <a:rect b="b" l="l" r="r" t="t"/>
              <a:pathLst>
                <a:path extrusionOk="0" h="51237" w="51237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6"/>
          <p:cNvSpPr txBox="1"/>
          <p:nvPr>
            <p:ph idx="4294967295" type="title"/>
          </p:nvPr>
        </p:nvSpPr>
        <p:spPr>
          <a:xfrm>
            <a:off x="2778075" y="2898150"/>
            <a:ext cx="4375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Exo Medium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Site: </a:t>
            </a:r>
            <a:r>
              <a:rPr b="0" i="0" lang="en" sz="1200" u="sng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https://www.cecierj.edu.br/divulgacao-cientifica/fecti/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"/>
          <p:cNvSpPr txBox="1"/>
          <p:nvPr>
            <p:ph idx="4294967295" type="title"/>
          </p:nvPr>
        </p:nvSpPr>
        <p:spPr>
          <a:xfrm>
            <a:off x="2340000" y="1092600"/>
            <a:ext cx="4190040" cy="52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Exo Medium"/>
              <a:buNone/>
            </a:pPr>
            <a:r>
              <a:rPr b="0" i="0" lang="en" sz="14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DATAS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"/>
          <p:cNvSpPr txBox="1"/>
          <p:nvPr>
            <p:ph idx="4294967295" type="title"/>
          </p:nvPr>
        </p:nvSpPr>
        <p:spPr>
          <a:xfrm>
            <a:off x="1033875" y="1818150"/>
            <a:ext cx="719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Como Funciona?</a:t>
            </a:r>
            <a:r>
              <a:rPr b="0" i="0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Etapa de Seleção, Etapa Virtual (Semi Final), Etapa Presencial (Final) e Premiações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"/>
          <p:cNvSpPr txBox="1"/>
          <p:nvPr>
            <p:ph idx="4294967295" type="title"/>
          </p:nvPr>
        </p:nvSpPr>
        <p:spPr>
          <a:xfrm>
            <a:off x="1033875" y="2178150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Exigências: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ser estudante EFII, EM ou Técnico, matriculado em Escola no estado do RJ.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6"/>
          <p:cNvGrpSpPr/>
          <p:nvPr/>
        </p:nvGrpSpPr>
        <p:grpSpPr>
          <a:xfrm>
            <a:off x="266478" y="1568858"/>
            <a:ext cx="1142125" cy="498644"/>
            <a:chOff x="266478" y="1568858"/>
            <a:chExt cx="1142125" cy="498644"/>
          </a:xfrm>
        </p:grpSpPr>
        <p:sp>
          <p:nvSpPr>
            <p:cNvPr id="559" name="Google Shape;559;p6"/>
            <p:cNvSpPr/>
            <p:nvPr/>
          </p:nvSpPr>
          <p:spPr>
            <a:xfrm rot="-855000">
              <a:off x="277560" y="1703160"/>
              <a:ext cx="1119960" cy="23004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6"/>
            <p:cNvSpPr/>
            <p:nvPr/>
          </p:nvSpPr>
          <p:spPr>
            <a:xfrm rot="-855000">
              <a:off x="1003680" y="1635840"/>
              <a:ext cx="39960" cy="3528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"/>
            <p:cNvSpPr/>
            <p:nvPr/>
          </p:nvSpPr>
          <p:spPr>
            <a:xfrm rot="-855000">
              <a:off x="291960" y="200268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 rot="-855000">
              <a:off x="672840" y="1759680"/>
              <a:ext cx="39600" cy="3528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6"/>
            <p:cNvSpPr/>
            <p:nvPr/>
          </p:nvSpPr>
          <p:spPr>
            <a:xfrm rot="-855000">
              <a:off x="1226880" y="171252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6"/>
            <p:cNvSpPr/>
            <p:nvPr/>
          </p:nvSpPr>
          <p:spPr>
            <a:xfrm rot="-855000">
              <a:off x="484920" y="201060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 rot="-855000">
              <a:off x="1359720" y="163548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6"/>
          <p:cNvGrpSpPr/>
          <p:nvPr/>
        </p:nvGrpSpPr>
        <p:grpSpPr>
          <a:xfrm>
            <a:off x="5146834" y="4067240"/>
            <a:ext cx="856972" cy="980560"/>
            <a:chOff x="5146834" y="4067240"/>
            <a:chExt cx="856972" cy="980560"/>
          </a:xfrm>
        </p:grpSpPr>
        <p:sp>
          <p:nvSpPr>
            <p:cNvPr id="567" name="Google Shape;567;p6"/>
            <p:cNvSpPr/>
            <p:nvPr/>
          </p:nvSpPr>
          <p:spPr>
            <a:xfrm rot="-601200">
              <a:off x="5179320" y="4513320"/>
              <a:ext cx="205200" cy="252360"/>
            </a:xfrm>
            <a:custGeom>
              <a:rect b="b" l="l" r="r" t="t"/>
              <a:pathLst>
                <a:path extrusionOk="0" h="2377" w="1935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 rot="-601200">
              <a:off x="5372280" y="4107240"/>
              <a:ext cx="532800" cy="901080"/>
            </a:xfrm>
            <a:custGeom>
              <a:rect b="b" l="l" r="r" t="t"/>
              <a:pathLst>
                <a:path extrusionOk="0" h="8467" w="501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 rot="-601200">
              <a:off x="5150520" y="4573080"/>
              <a:ext cx="46440" cy="46440"/>
            </a:xfrm>
            <a:custGeom>
              <a:rect b="b" l="l" r="r" t="t"/>
              <a:pathLst>
                <a:path extrusionOk="0" h="444" w="442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 rot="-601200">
              <a:off x="5523120" y="4228920"/>
              <a:ext cx="46440" cy="46440"/>
            </a:xfrm>
            <a:custGeom>
              <a:rect b="b" l="l" r="r" t="t"/>
              <a:pathLst>
                <a:path extrusionOk="0" h="444" w="443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6"/>
            <p:cNvSpPr/>
            <p:nvPr/>
          </p:nvSpPr>
          <p:spPr>
            <a:xfrm rot="-601200">
              <a:off x="5838840" y="4284360"/>
              <a:ext cx="46800" cy="46440"/>
            </a:xfrm>
            <a:custGeom>
              <a:rect b="b" l="l" r="r" t="t"/>
              <a:pathLst>
                <a:path extrusionOk="0" h="443" w="445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6"/>
            <p:cNvSpPr/>
            <p:nvPr/>
          </p:nvSpPr>
          <p:spPr>
            <a:xfrm rot="-601200">
              <a:off x="5729400" y="465732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 rot="-601200">
              <a:off x="5953680" y="493056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 rot="-601200">
              <a:off x="5260680" y="4735440"/>
              <a:ext cx="55440" cy="55440"/>
            </a:xfrm>
            <a:custGeom>
              <a:rect b="b" l="l" r="r" t="t"/>
              <a:pathLst>
                <a:path extrusionOk="0" h="527" w="527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0000" spcFirstLastPara="1" rIns="90000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 rot="-601200">
              <a:off x="5370480" y="46238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 rot="-601200">
              <a:off x="5346360" y="448632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 rot="-601200">
              <a:off x="5657040" y="40694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 rot="-601200">
              <a:off x="5686560" y="442620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 rot="-601200">
              <a:off x="5758200" y="483156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6"/>
          <p:cNvGrpSpPr/>
          <p:nvPr/>
        </p:nvGrpSpPr>
        <p:grpSpPr>
          <a:xfrm>
            <a:off x="8206560" y="4196160"/>
            <a:ext cx="937080" cy="947160"/>
            <a:chOff x="8206560" y="4196160"/>
            <a:chExt cx="937080" cy="947160"/>
          </a:xfrm>
        </p:grpSpPr>
        <p:grpSp>
          <p:nvGrpSpPr>
            <p:cNvPr id="581" name="Google Shape;581;p6"/>
            <p:cNvGrpSpPr/>
            <p:nvPr/>
          </p:nvGrpSpPr>
          <p:grpSpPr>
            <a:xfrm>
              <a:off x="8206560" y="4196160"/>
              <a:ext cx="937080" cy="947160"/>
              <a:chOff x="8206560" y="4196160"/>
              <a:chExt cx="937080" cy="947160"/>
            </a:xfrm>
          </p:grpSpPr>
          <p:sp>
            <p:nvSpPr>
              <p:cNvPr id="582" name="Google Shape;582;p6"/>
              <p:cNvSpPr/>
              <p:nvPr/>
            </p:nvSpPr>
            <p:spPr>
              <a:xfrm>
                <a:off x="8516520" y="4228920"/>
                <a:ext cx="379800" cy="658440"/>
              </a:xfrm>
              <a:custGeom>
                <a:rect b="b" l="l" r="r" t="t"/>
                <a:pathLst>
                  <a:path extrusionOk="0" h="5090" w="2938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8825400" y="4847760"/>
                <a:ext cx="290880" cy="33840"/>
              </a:xfrm>
              <a:custGeom>
                <a:rect b="b" l="l" r="r" t="t"/>
                <a:pathLst>
                  <a:path extrusionOk="0" h="268" w="2251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8240040" y="4918680"/>
                <a:ext cx="406080" cy="223560"/>
              </a:xfrm>
              <a:custGeom>
                <a:rect b="b" l="l" r="r" t="t"/>
                <a:pathLst>
                  <a:path extrusionOk="0" h="1731" w="3142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865000" y="4514040"/>
                <a:ext cx="56880" cy="56520"/>
              </a:xfrm>
              <a:custGeom>
                <a:rect b="b" l="l" r="r" t="t"/>
                <a:pathLst>
                  <a:path extrusionOk="0" h="443" w="444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9087120" y="4851000"/>
                <a:ext cx="56520" cy="56520"/>
              </a:xfrm>
              <a:custGeom>
                <a:rect b="b" l="l" r="r" t="t"/>
                <a:pathLst>
                  <a:path extrusionOk="0" h="443" w="442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8679960" y="4196160"/>
                <a:ext cx="67680" cy="67680"/>
              </a:xfrm>
              <a:custGeom>
                <a:rect b="b" l="l" r="r" t="t"/>
                <a:pathLst>
                  <a:path extrusionOk="0" h="528" w="527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8574840" y="4851000"/>
                <a:ext cx="67320" cy="67680"/>
              </a:xfrm>
              <a:custGeom>
                <a:rect b="b" l="l" r="r" t="t"/>
                <a:pathLst>
                  <a:path extrusionOk="0" h="527" w="526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8206560" y="4952520"/>
                <a:ext cx="67680" cy="67680"/>
              </a:xfrm>
              <a:custGeom>
                <a:rect b="b" l="l" r="r" t="t"/>
                <a:pathLst>
                  <a:path extrusionOk="0" h="527" w="528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8497080" y="45712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8619840" y="51094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2" name="Google Shape;592;p6"/>
            <p:cNvSpPr/>
            <p:nvPr/>
          </p:nvSpPr>
          <p:spPr>
            <a:xfrm>
              <a:off x="8790840" y="4816800"/>
              <a:ext cx="67680" cy="67320"/>
            </a:xfrm>
            <a:custGeom>
              <a:rect b="b" l="l" r="r" t="t"/>
              <a:pathLst>
                <a:path extrusionOk="0" h="526" w="527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6"/>
          <p:cNvGrpSpPr/>
          <p:nvPr/>
        </p:nvGrpSpPr>
        <p:grpSpPr>
          <a:xfrm>
            <a:off x="6934680" y="-180000"/>
            <a:ext cx="562680" cy="510480"/>
            <a:chOff x="6934680" y="-180000"/>
            <a:chExt cx="562680" cy="510480"/>
          </a:xfrm>
        </p:grpSpPr>
        <p:sp>
          <p:nvSpPr>
            <p:cNvPr id="594" name="Google Shape;594;p6"/>
            <p:cNvSpPr/>
            <p:nvPr/>
          </p:nvSpPr>
          <p:spPr>
            <a:xfrm flipH="1">
              <a:off x="6934680" y="-180000"/>
              <a:ext cx="562680" cy="51048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 flipH="1">
              <a:off x="6983640" y="3600"/>
              <a:ext cx="291240" cy="31356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 flipH="1">
              <a:off x="6959880" y="149400"/>
              <a:ext cx="203400" cy="15228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6300" lIns="90000" spcFirstLastPara="1" rIns="90000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 flipH="1">
              <a:off x="7063920" y="129960"/>
              <a:ext cx="189720" cy="18972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 flipH="1">
              <a:off x="7030800" y="255240"/>
              <a:ext cx="107280" cy="464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 flipH="1">
              <a:off x="7059600" y="148680"/>
              <a:ext cx="91080" cy="4464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 flipH="1">
              <a:off x="7121880" y="2880"/>
              <a:ext cx="151560" cy="8496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 flipH="1">
              <a:off x="7181640" y="-133920"/>
              <a:ext cx="161640" cy="1202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p6"/>
          <p:cNvSpPr/>
          <p:nvPr/>
        </p:nvSpPr>
        <p:spPr>
          <a:xfrm>
            <a:off x="4695120" y="3692880"/>
            <a:ext cx="56520" cy="5688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"/>
          <p:cNvSpPr/>
          <p:nvPr/>
        </p:nvSpPr>
        <p:spPr>
          <a:xfrm>
            <a:off x="5871600" y="2430720"/>
            <a:ext cx="56520" cy="5688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"/>
          <p:cNvSpPr/>
          <p:nvPr/>
        </p:nvSpPr>
        <p:spPr>
          <a:xfrm>
            <a:off x="6813000" y="519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"/>
          <p:cNvSpPr/>
          <p:nvPr/>
        </p:nvSpPr>
        <p:spPr>
          <a:xfrm>
            <a:off x="7380000" y="1104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"/>
          <p:cNvSpPr/>
          <p:nvPr/>
        </p:nvSpPr>
        <p:spPr>
          <a:xfrm>
            <a:off x="7886520" y="1428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"/>
          <p:cNvSpPr/>
          <p:nvPr/>
        </p:nvSpPr>
        <p:spPr>
          <a:xfrm>
            <a:off x="1789920" y="1881720"/>
            <a:ext cx="64080" cy="6408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"/>
          <p:cNvSpPr/>
          <p:nvPr/>
        </p:nvSpPr>
        <p:spPr>
          <a:xfrm>
            <a:off x="801000" y="3135240"/>
            <a:ext cx="64080" cy="6408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"/>
          <p:cNvSpPr/>
          <p:nvPr/>
        </p:nvSpPr>
        <p:spPr>
          <a:xfrm>
            <a:off x="1213875" y="2538150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Atenção sempre às taxas, documentos e formulários necessários para inscrição!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04" y="3330774"/>
            <a:ext cx="1787156" cy="160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"/>
          <p:cNvSpPr txBox="1"/>
          <p:nvPr>
            <p:ph idx="4294967295" type="title"/>
          </p:nvPr>
        </p:nvSpPr>
        <p:spPr>
          <a:xfrm>
            <a:off x="756360" y="335880"/>
            <a:ext cx="7703280" cy="56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xo Medium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Mostratec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6" name="Google Shape;616;p3"/>
          <p:cNvGrpSpPr/>
          <p:nvPr/>
        </p:nvGrpSpPr>
        <p:grpSpPr>
          <a:xfrm>
            <a:off x="7106040" y="3686040"/>
            <a:ext cx="993600" cy="993600"/>
            <a:chOff x="7106040" y="3686040"/>
            <a:chExt cx="993600" cy="993600"/>
          </a:xfrm>
        </p:grpSpPr>
        <p:sp>
          <p:nvSpPr>
            <p:cNvPr id="617" name="Google Shape;617;p3"/>
            <p:cNvSpPr/>
            <p:nvPr/>
          </p:nvSpPr>
          <p:spPr>
            <a:xfrm>
              <a:off x="7342200" y="3922200"/>
              <a:ext cx="521640" cy="521640"/>
            </a:xfrm>
            <a:custGeom>
              <a:rect b="b" l="l" r="r" t="t"/>
              <a:pathLst>
                <a:path extrusionOk="0" h="26906" w="26907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7317720" y="3897360"/>
              <a:ext cx="570960" cy="570960"/>
            </a:xfrm>
            <a:custGeom>
              <a:rect b="b" l="l" r="r" t="t"/>
              <a:pathLst>
                <a:path extrusionOk="0" h="29454" w="29454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7207200" y="3786840"/>
              <a:ext cx="792000" cy="792000"/>
            </a:xfrm>
            <a:custGeom>
              <a:rect b="b" l="l" r="r" t="t"/>
              <a:pathLst>
                <a:path extrusionOk="0" h="40837" w="40836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06040" y="3686040"/>
              <a:ext cx="993600" cy="993600"/>
            </a:xfrm>
            <a:custGeom>
              <a:rect b="b" l="l" r="r" t="t"/>
              <a:pathLst>
                <a:path extrusionOk="0" h="51237" w="51237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3"/>
          <p:cNvSpPr txBox="1"/>
          <p:nvPr>
            <p:ph idx="4294967295" type="title"/>
          </p:nvPr>
        </p:nvSpPr>
        <p:spPr>
          <a:xfrm>
            <a:off x="2642350" y="2914375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Exo Medium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Site: https://www.mostratec.com.br/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"/>
          <p:cNvSpPr txBox="1"/>
          <p:nvPr>
            <p:ph idx="4294967295" type="title"/>
          </p:nvPr>
        </p:nvSpPr>
        <p:spPr>
          <a:xfrm>
            <a:off x="1022350" y="1654375"/>
            <a:ext cx="719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Como Funciona?</a:t>
            </a:r>
            <a:r>
              <a:rPr b="0" i="0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Etapa de Seleção, Etapa Presencial (Final) e Premiações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"/>
          <p:cNvSpPr txBox="1"/>
          <p:nvPr>
            <p:ph idx="4294967295" type="title"/>
          </p:nvPr>
        </p:nvSpPr>
        <p:spPr>
          <a:xfrm>
            <a:off x="1022350" y="2014375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Exigências: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ser estudante a partir da pré-escola, até EJA.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3"/>
          <p:cNvGrpSpPr/>
          <p:nvPr/>
        </p:nvGrpSpPr>
        <p:grpSpPr>
          <a:xfrm>
            <a:off x="266478" y="1568858"/>
            <a:ext cx="1142125" cy="498644"/>
            <a:chOff x="266478" y="1568858"/>
            <a:chExt cx="1142125" cy="498644"/>
          </a:xfrm>
        </p:grpSpPr>
        <p:sp>
          <p:nvSpPr>
            <p:cNvPr id="625" name="Google Shape;625;p3"/>
            <p:cNvSpPr/>
            <p:nvPr/>
          </p:nvSpPr>
          <p:spPr>
            <a:xfrm rot="-855000">
              <a:off x="277560" y="1703160"/>
              <a:ext cx="1119960" cy="23004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"/>
            <p:cNvSpPr/>
            <p:nvPr/>
          </p:nvSpPr>
          <p:spPr>
            <a:xfrm rot="-855000">
              <a:off x="1003680" y="1635840"/>
              <a:ext cx="39960" cy="3528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"/>
            <p:cNvSpPr/>
            <p:nvPr/>
          </p:nvSpPr>
          <p:spPr>
            <a:xfrm rot="-855000">
              <a:off x="291960" y="200268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"/>
            <p:cNvSpPr/>
            <p:nvPr/>
          </p:nvSpPr>
          <p:spPr>
            <a:xfrm rot="-855000">
              <a:off x="672840" y="1759680"/>
              <a:ext cx="39600" cy="3528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"/>
            <p:cNvSpPr/>
            <p:nvPr/>
          </p:nvSpPr>
          <p:spPr>
            <a:xfrm rot="-855000">
              <a:off x="1226880" y="171252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"/>
            <p:cNvSpPr/>
            <p:nvPr/>
          </p:nvSpPr>
          <p:spPr>
            <a:xfrm rot="-855000">
              <a:off x="484920" y="201060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"/>
            <p:cNvSpPr/>
            <p:nvPr/>
          </p:nvSpPr>
          <p:spPr>
            <a:xfrm rot="-855000">
              <a:off x="1359720" y="163548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2" name="Google Shape;632;p3"/>
          <p:cNvGrpSpPr/>
          <p:nvPr/>
        </p:nvGrpSpPr>
        <p:grpSpPr>
          <a:xfrm>
            <a:off x="5146834" y="4067240"/>
            <a:ext cx="856972" cy="980560"/>
            <a:chOff x="5146834" y="4067240"/>
            <a:chExt cx="856972" cy="980560"/>
          </a:xfrm>
        </p:grpSpPr>
        <p:sp>
          <p:nvSpPr>
            <p:cNvPr id="633" name="Google Shape;633;p3"/>
            <p:cNvSpPr/>
            <p:nvPr/>
          </p:nvSpPr>
          <p:spPr>
            <a:xfrm rot="-601200">
              <a:off x="5179320" y="4513320"/>
              <a:ext cx="205200" cy="252360"/>
            </a:xfrm>
            <a:custGeom>
              <a:rect b="b" l="l" r="r" t="t"/>
              <a:pathLst>
                <a:path extrusionOk="0" h="2377" w="1935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"/>
            <p:cNvSpPr/>
            <p:nvPr/>
          </p:nvSpPr>
          <p:spPr>
            <a:xfrm rot="-601200">
              <a:off x="5372280" y="4107240"/>
              <a:ext cx="532800" cy="901080"/>
            </a:xfrm>
            <a:custGeom>
              <a:rect b="b" l="l" r="r" t="t"/>
              <a:pathLst>
                <a:path extrusionOk="0" h="8467" w="501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"/>
            <p:cNvSpPr/>
            <p:nvPr/>
          </p:nvSpPr>
          <p:spPr>
            <a:xfrm rot="-601200">
              <a:off x="5150520" y="4573080"/>
              <a:ext cx="46440" cy="46440"/>
            </a:xfrm>
            <a:custGeom>
              <a:rect b="b" l="l" r="r" t="t"/>
              <a:pathLst>
                <a:path extrusionOk="0" h="444" w="442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"/>
            <p:cNvSpPr/>
            <p:nvPr/>
          </p:nvSpPr>
          <p:spPr>
            <a:xfrm rot="-601200">
              <a:off x="5523120" y="4228920"/>
              <a:ext cx="46440" cy="46440"/>
            </a:xfrm>
            <a:custGeom>
              <a:rect b="b" l="l" r="r" t="t"/>
              <a:pathLst>
                <a:path extrusionOk="0" h="444" w="443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"/>
            <p:cNvSpPr/>
            <p:nvPr/>
          </p:nvSpPr>
          <p:spPr>
            <a:xfrm rot="-601200">
              <a:off x="5838840" y="4284360"/>
              <a:ext cx="46800" cy="46440"/>
            </a:xfrm>
            <a:custGeom>
              <a:rect b="b" l="l" r="r" t="t"/>
              <a:pathLst>
                <a:path extrusionOk="0" h="443" w="445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"/>
            <p:cNvSpPr/>
            <p:nvPr/>
          </p:nvSpPr>
          <p:spPr>
            <a:xfrm rot="-601200">
              <a:off x="5729400" y="465732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"/>
            <p:cNvSpPr/>
            <p:nvPr/>
          </p:nvSpPr>
          <p:spPr>
            <a:xfrm rot="-601200">
              <a:off x="5953680" y="493056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"/>
            <p:cNvSpPr/>
            <p:nvPr/>
          </p:nvSpPr>
          <p:spPr>
            <a:xfrm rot="-601200">
              <a:off x="5260680" y="4735440"/>
              <a:ext cx="55440" cy="55440"/>
            </a:xfrm>
            <a:custGeom>
              <a:rect b="b" l="l" r="r" t="t"/>
              <a:pathLst>
                <a:path extrusionOk="0" h="527" w="527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0000" spcFirstLastPara="1" rIns="90000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"/>
            <p:cNvSpPr/>
            <p:nvPr/>
          </p:nvSpPr>
          <p:spPr>
            <a:xfrm rot="-601200">
              <a:off x="5370480" y="46238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"/>
            <p:cNvSpPr/>
            <p:nvPr/>
          </p:nvSpPr>
          <p:spPr>
            <a:xfrm rot="-601200">
              <a:off x="5346360" y="448632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"/>
            <p:cNvSpPr/>
            <p:nvPr/>
          </p:nvSpPr>
          <p:spPr>
            <a:xfrm rot="-601200">
              <a:off x="5657040" y="40694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"/>
            <p:cNvSpPr/>
            <p:nvPr/>
          </p:nvSpPr>
          <p:spPr>
            <a:xfrm rot="-601200">
              <a:off x="5686560" y="442620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"/>
            <p:cNvSpPr/>
            <p:nvPr/>
          </p:nvSpPr>
          <p:spPr>
            <a:xfrm rot="-601200">
              <a:off x="5758200" y="483156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3"/>
          <p:cNvGrpSpPr/>
          <p:nvPr/>
        </p:nvGrpSpPr>
        <p:grpSpPr>
          <a:xfrm>
            <a:off x="8206560" y="4196160"/>
            <a:ext cx="937080" cy="947160"/>
            <a:chOff x="8206560" y="4196160"/>
            <a:chExt cx="937080" cy="947160"/>
          </a:xfrm>
        </p:grpSpPr>
        <p:grpSp>
          <p:nvGrpSpPr>
            <p:cNvPr id="647" name="Google Shape;647;p3"/>
            <p:cNvGrpSpPr/>
            <p:nvPr/>
          </p:nvGrpSpPr>
          <p:grpSpPr>
            <a:xfrm>
              <a:off x="8206560" y="4196160"/>
              <a:ext cx="937080" cy="947160"/>
              <a:chOff x="8206560" y="4196160"/>
              <a:chExt cx="937080" cy="947160"/>
            </a:xfrm>
          </p:grpSpPr>
          <p:sp>
            <p:nvSpPr>
              <p:cNvPr id="648" name="Google Shape;648;p3"/>
              <p:cNvSpPr/>
              <p:nvPr/>
            </p:nvSpPr>
            <p:spPr>
              <a:xfrm>
                <a:off x="8516520" y="4228920"/>
                <a:ext cx="379800" cy="658440"/>
              </a:xfrm>
              <a:custGeom>
                <a:rect b="b" l="l" r="r" t="t"/>
                <a:pathLst>
                  <a:path extrusionOk="0" h="5090" w="2938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"/>
              <p:cNvSpPr/>
              <p:nvPr/>
            </p:nvSpPr>
            <p:spPr>
              <a:xfrm>
                <a:off x="8825400" y="4847760"/>
                <a:ext cx="290880" cy="33840"/>
              </a:xfrm>
              <a:custGeom>
                <a:rect b="b" l="l" r="r" t="t"/>
                <a:pathLst>
                  <a:path extrusionOk="0" h="268" w="2251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"/>
              <p:cNvSpPr/>
              <p:nvPr/>
            </p:nvSpPr>
            <p:spPr>
              <a:xfrm>
                <a:off x="8240040" y="4918680"/>
                <a:ext cx="406080" cy="223560"/>
              </a:xfrm>
              <a:custGeom>
                <a:rect b="b" l="l" r="r" t="t"/>
                <a:pathLst>
                  <a:path extrusionOk="0" h="1731" w="3142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>
                <a:off x="8865000" y="4514040"/>
                <a:ext cx="56880" cy="56520"/>
              </a:xfrm>
              <a:custGeom>
                <a:rect b="b" l="l" r="r" t="t"/>
                <a:pathLst>
                  <a:path extrusionOk="0" h="443" w="444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>
                <a:off x="9087120" y="4851000"/>
                <a:ext cx="56520" cy="56520"/>
              </a:xfrm>
              <a:custGeom>
                <a:rect b="b" l="l" r="r" t="t"/>
                <a:pathLst>
                  <a:path extrusionOk="0" h="443" w="442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>
                <a:off x="8679960" y="4196160"/>
                <a:ext cx="67680" cy="67680"/>
              </a:xfrm>
              <a:custGeom>
                <a:rect b="b" l="l" r="r" t="t"/>
                <a:pathLst>
                  <a:path extrusionOk="0" h="528" w="527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>
                <a:off x="8574840" y="4851000"/>
                <a:ext cx="67320" cy="67680"/>
              </a:xfrm>
              <a:custGeom>
                <a:rect b="b" l="l" r="r" t="t"/>
                <a:pathLst>
                  <a:path extrusionOk="0" h="527" w="526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>
                <a:off x="8206560" y="4952520"/>
                <a:ext cx="67680" cy="67680"/>
              </a:xfrm>
              <a:custGeom>
                <a:rect b="b" l="l" r="r" t="t"/>
                <a:pathLst>
                  <a:path extrusionOk="0" h="527" w="528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>
                <a:off x="8497080" y="45712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8619840" y="51094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8" name="Google Shape;658;p3"/>
            <p:cNvSpPr/>
            <p:nvPr/>
          </p:nvSpPr>
          <p:spPr>
            <a:xfrm>
              <a:off x="8790840" y="4816800"/>
              <a:ext cx="67680" cy="67320"/>
            </a:xfrm>
            <a:custGeom>
              <a:rect b="b" l="l" r="r" t="t"/>
              <a:pathLst>
                <a:path extrusionOk="0" h="526" w="527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3"/>
          <p:cNvGrpSpPr/>
          <p:nvPr/>
        </p:nvGrpSpPr>
        <p:grpSpPr>
          <a:xfrm>
            <a:off x="6934680" y="-180000"/>
            <a:ext cx="562680" cy="510480"/>
            <a:chOff x="6934680" y="-180000"/>
            <a:chExt cx="562680" cy="510480"/>
          </a:xfrm>
        </p:grpSpPr>
        <p:sp>
          <p:nvSpPr>
            <p:cNvPr id="660" name="Google Shape;660;p3"/>
            <p:cNvSpPr/>
            <p:nvPr/>
          </p:nvSpPr>
          <p:spPr>
            <a:xfrm flipH="1">
              <a:off x="6934680" y="-180000"/>
              <a:ext cx="562680" cy="51048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"/>
            <p:cNvSpPr/>
            <p:nvPr/>
          </p:nvSpPr>
          <p:spPr>
            <a:xfrm flipH="1">
              <a:off x="6983640" y="3600"/>
              <a:ext cx="291240" cy="31356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"/>
            <p:cNvSpPr/>
            <p:nvPr/>
          </p:nvSpPr>
          <p:spPr>
            <a:xfrm flipH="1">
              <a:off x="6959880" y="149400"/>
              <a:ext cx="203400" cy="15228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6300" lIns="90000" spcFirstLastPara="1" rIns="90000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"/>
            <p:cNvSpPr/>
            <p:nvPr/>
          </p:nvSpPr>
          <p:spPr>
            <a:xfrm flipH="1">
              <a:off x="7063920" y="129960"/>
              <a:ext cx="189720" cy="18972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"/>
            <p:cNvSpPr/>
            <p:nvPr/>
          </p:nvSpPr>
          <p:spPr>
            <a:xfrm flipH="1">
              <a:off x="7030800" y="255240"/>
              <a:ext cx="107280" cy="464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"/>
            <p:cNvSpPr/>
            <p:nvPr/>
          </p:nvSpPr>
          <p:spPr>
            <a:xfrm flipH="1">
              <a:off x="7059600" y="148680"/>
              <a:ext cx="91080" cy="4464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"/>
            <p:cNvSpPr/>
            <p:nvPr/>
          </p:nvSpPr>
          <p:spPr>
            <a:xfrm flipH="1">
              <a:off x="7121880" y="2880"/>
              <a:ext cx="151560" cy="8496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"/>
            <p:cNvSpPr/>
            <p:nvPr/>
          </p:nvSpPr>
          <p:spPr>
            <a:xfrm flipH="1">
              <a:off x="7181640" y="-133920"/>
              <a:ext cx="161640" cy="1202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3"/>
          <p:cNvSpPr/>
          <p:nvPr/>
        </p:nvSpPr>
        <p:spPr>
          <a:xfrm>
            <a:off x="4637470" y="3354655"/>
            <a:ext cx="56521" cy="5688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"/>
          <p:cNvSpPr/>
          <p:nvPr/>
        </p:nvSpPr>
        <p:spPr>
          <a:xfrm>
            <a:off x="5871600" y="2430720"/>
            <a:ext cx="56520" cy="5688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"/>
          <p:cNvSpPr/>
          <p:nvPr/>
        </p:nvSpPr>
        <p:spPr>
          <a:xfrm>
            <a:off x="6813000" y="519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"/>
          <p:cNvSpPr/>
          <p:nvPr/>
        </p:nvSpPr>
        <p:spPr>
          <a:xfrm>
            <a:off x="7380000" y="1104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"/>
          <p:cNvSpPr/>
          <p:nvPr/>
        </p:nvSpPr>
        <p:spPr>
          <a:xfrm>
            <a:off x="7886520" y="1428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"/>
          <p:cNvSpPr/>
          <p:nvPr/>
        </p:nvSpPr>
        <p:spPr>
          <a:xfrm>
            <a:off x="1733400" y="4256280"/>
            <a:ext cx="258840" cy="258480"/>
          </a:xfrm>
          <a:custGeom>
            <a:rect b="b" l="l" r="r" t="t"/>
            <a:pathLst>
              <a:path extrusionOk="0" h="2365" w="2366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"/>
          <p:cNvSpPr/>
          <p:nvPr/>
        </p:nvSpPr>
        <p:spPr>
          <a:xfrm>
            <a:off x="1789920" y="1881720"/>
            <a:ext cx="64080" cy="6408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"/>
          <p:cNvSpPr/>
          <p:nvPr/>
        </p:nvSpPr>
        <p:spPr>
          <a:xfrm>
            <a:off x="801000" y="3135240"/>
            <a:ext cx="64080" cy="6408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"/>
          <p:cNvSpPr/>
          <p:nvPr/>
        </p:nvSpPr>
        <p:spPr>
          <a:xfrm>
            <a:off x="1202350" y="2566975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Atenção sempre às taxas, documentos e formulários necessários para inscrição!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7" name="Google Shape;6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988" y="3749750"/>
            <a:ext cx="2124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"/>
          <p:cNvSpPr txBox="1"/>
          <p:nvPr>
            <p:ph idx="4294967295" type="title"/>
          </p:nvPr>
        </p:nvSpPr>
        <p:spPr>
          <a:xfrm>
            <a:off x="756360" y="335880"/>
            <a:ext cx="7703280" cy="56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xo Medium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FEBIC – Feira Brasileira de Iniciação Científica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5"/>
          <p:cNvGrpSpPr/>
          <p:nvPr/>
        </p:nvGrpSpPr>
        <p:grpSpPr>
          <a:xfrm>
            <a:off x="7106040" y="3686040"/>
            <a:ext cx="993600" cy="993600"/>
            <a:chOff x="7106040" y="3686040"/>
            <a:chExt cx="993600" cy="993600"/>
          </a:xfrm>
        </p:grpSpPr>
        <p:sp>
          <p:nvSpPr>
            <p:cNvPr id="684" name="Google Shape;684;p5"/>
            <p:cNvSpPr/>
            <p:nvPr/>
          </p:nvSpPr>
          <p:spPr>
            <a:xfrm>
              <a:off x="7342200" y="3922200"/>
              <a:ext cx="521640" cy="521640"/>
            </a:xfrm>
            <a:custGeom>
              <a:rect b="b" l="l" r="r" t="t"/>
              <a:pathLst>
                <a:path extrusionOk="0" h="26906" w="26907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7317720" y="3897360"/>
              <a:ext cx="570960" cy="570960"/>
            </a:xfrm>
            <a:custGeom>
              <a:rect b="b" l="l" r="r" t="t"/>
              <a:pathLst>
                <a:path extrusionOk="0" h="29454" w="29454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7207200" y="3786840"/>
              <a:ext cx="792000" cy="792000"/>
            </a:xfrm>
            <a:custGeom>
              <a:rect b="b" l="l" r="r" t="t"/>
              <a:pathLst>
                <a:path extrusionOk="0" h="40837" w="40836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7106040" y="3686040"/>
              <a:ext cx="993600" cy="993600"/>
            </a:xfrm>
            <a:custGeom>
              <a:rect b="b" l="l" r="r" t="t"/>
              <a:pathLst>
                <a:path extrusionOk="0" h="51237" w="51237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cap="flat" cmpd="sng" w="9525">
              <a:solidFill>
                <a:srgbClr val="2035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5"/>
          <p:cNvSpPr txBox="1"/>
          <p:nvPr>
            <p:ph idx="4294967295" type="title"/>
          </p:nvPr>
        </p:nvSpPr>
        <p:spPr>
          <a:xfrm>
            <a:off x="2776200" y="2895288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Exo Medium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Site: </a:t>
            </a:r>
            <a:r>
              <a:rPr b="0" i="0" lang="en" sz="1200" u="sng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https://www.febic.com.br/#regulamento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"/>
          <p:cNvSpPr txBox="1"/>
          <p:nvPr>
            <p:ph idx="4294967295" type="title"/>
          </p:nvPr>
        </p:nvSpPr>
        <p:spPr>
          <a:xfrm>
            <a:off x="2649600" y="732600"/>
            <a:ext cx="4190040" cy="52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Exo Medium"/>
              <a:buNone/>
            </a:pPr>
            <a:r>
              <a:rPr b="0" i="0" lang="en" sz="1400" u="none" cap="none" strike="noStrik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rPr>
              <a:t>DATAS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"/>
          <p:cNvSpPr txBox="1"/>
          <p:nvPr>
            <p:ph idx="4294967295" type="title"/>
          </p:nvPr>
        </p:nvSpPr>
        <p:spPr>
          <a:xfrm>
            <a:off x="976200" y="1827888"/>
            <a:ext cx="719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Como Funciona?</a:t>
            </a:r>
            <a:r>
              <a:rPr b="0" i="0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Etapa de Seleção, Etapa Virtual (Semi Final), Etapa Presencial (Final) e Premiações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"/>
          <p:cNvSpPr txBox="1"/>
          <p:nvPr>
            <p:ph idx="4294967295" type="title"/>
          </p:nvPr>
        </p:nvSpPr>
        <p:spPr>
          <a:xfrm>
            <a:off x="976200" y="2175288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Exo Medium"/>
              <a:buNone/>
            </a:pPr>
            <a:r>
              <a:rPr b="1" i="1" lang="en" sz="1400" u="none" cap="none" strike="noStrike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rPr>
              <a:t>Exigências: </a:t>
            </a:r>
            <a:r>
              <a:rPr b="0" i="0" lang="en" sz="14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ser estudante a partir da Educação Infantil, até o Superior, e Pós Graduação.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2" name="Google Shape;692;p5"/>
          <p:cNvGrpSpPr/>
          <p:nvPr/>
        </p:nvGrpSpPr>
        <p:grpSpPr>
          <a:xfrm>
            <a:off x="266478" y="1568858"/>
            <a:ext cx="1142125" cy="498644"/>
            <a:chOff x="266478" y="1568858"/>
            <a:chExt cx="1142125" cy="498644"/>
          </a:xfrm>
        </p:grpSpPr>
        <p:sp>
          <p:nvSpPr>
            <p:cNvPr id="693" name="Google Shape;693;p5"/>
            <p:cNvSpPr/>
            <p:nvPr/>
          </p:nvSpPr>
          <p:spPr>
            <a:xfrm rot="-855000">
              <a:off x="277560" y="1703160"/>
              <a:ext cx="1119960" cy="230040"/>
            </a:xfrm>
            <a:custGeom>
              <a:rect b="b" l="l" r="r" t="t"/>
              <a:pathLst>
                <a:path extrusionOk="0" h="2736" w="13287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"/>
            <p:cNvSpPr/>
            <p:nvPr/>
          </p:nvSpPr>
          <p:spPr>
            <a:xfrm rot="-855000">
              <a:off x="1003680" y="1635840"/>
              <a:ext cx="39960" cy="35280"/>
            </a:xfrm>
            <a:custGeom>
              <a:rect b="b" l="l" r="r" t="t"/>
              <a:pathLst>
                <a:path extrusionOk="0" h="426" w="481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"/>
            <p:cNvSpPr/>
            <p:nvPr/>
          </p:nvSpPr>
          <p:spPr>
            <a:xfrm rot="-855000">
              <a:off x="291960" y="200268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"/>
            <p:cNvSpPr/>
            <p:nvPr/>
          </p:nvSpPr>
          <p:spPr>
            <a:xfrm rot="-855000">
              <a:off x="672840" y="1759680"/>
              <a:ext cx="39600" cy="35280"/>
            </a:xfrm>
            <a:custGeom>
              <a:rect b="b" l="l" r="r" t="t"/>
              <a:pathLst>
                <a:path extrusionOk="0" h="425" w="48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"/>
            <p:cNvSpPr/>
            <p:nvPr/>
          </p:nvSpPr>
          <p:spPr>
            <a:xfrm rot="-855000">
              <a:off x="1226880" y="1712520"/>
              <a:ext cx="39960" cy="35280"/>
            </a:xfrm>
            <a:custGeom>
              <a:rect b="b" l="l" r="r" t="t"/>
              <a:pathLst>
                <a:path extrusionOk="0" h="425" w="481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0000" spcFirstLastPara="1" rIns="90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 rot="-855000">
              <a:off x="484920" y="201060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 rot="-855000">
              <a:off x="1359720" y="1635480"/>
              <a:ext cx="23760" cy="20880"/>
            </a:xfrm>
            <a:custGeom>
              <a:rect b="b" l="l" r="r" t="t"/>
              <a:pathLst>
                <a:path extrusionOk="0" h="258" w="291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0" name="Google Shape;700;p5"/>
          <p:cNvGrpSpPr/>
          <p:nvPr/>
        </p:nvGrpSpPr>
        <p:grpSpPr>
          <a:xfrm>
            <a:off x="5146834" y="4067240"/>
            <a:ext cx="856972" cy="980560"/>
            <a:chOff x="5146834" y="4067240"/>
            <a:chExt cx="856972" cy="980560"/>
          </a:xfrm>
        </p:grpSpPr>
        <p:sp>
          <p:nvSpPr>
            <p:cNvPr id="701" name="Google Shape;701;p5"/>
            <p:cNvSpPr/>
            <p:nvPr/>
          </p:nvSpPr>
          <p:spPr>
            <a:xfrm rot="-601200">
              <a:off x="5179320" y="4513320"/>
              <a:ext cx="205200" cy="252360"/>
            </a:xfrm>
            <a:custGeom>
              <a:rect b="b" l="l" r="r" t="t"/>
              <a:pathLst>
                <a:path extrusionOk="0" h="2377" w="1935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 rot="-601200">
              <a:off x="5372280" y="4107240"/>
              <a:ext cx="532800" cy="901080"/>
            </a:xfrm>
            <a:custGeom>
              <a:rect b="b" l="l" r="r" t="t"/>
              <a:pathLst>
                <a:path extrusionOk="0" h="8467" w="501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 rot="-601200">
              <a:off x="5150520" y="4573080"/>
              <a:ext cx="46440" cy="46440"/>
            </a:xfrm>
            <a:custGeom>
              <a:rect b="b" l="l" r="r" t="t"/>
              <a:pathLst>
                <a:path extrusionOk="0" h="444" w="442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 rot="-601200">
              <a:off x="5523120" y="4228920"/>
              <a:ext cx="46440" cy="46440"/>
            </a:xfrm>
            <a:custGeom>
              <a:rect b="b" l="l" r="r" t="t"/>
              <a:pathLst>
                <a:path extrusionOk="0" h="444" w="443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 rot="-601200">
              <a:off x="5838840" y="4284360"/>
              <a:ext cx="46800" cy="46440"/>
            </a:xfrm>
            <a:custGeom>
              <a:rect b="b" l="l" r="r" t="t"/>
              <a:pathLst>
                <a:path extrusionOk="0" h="443" w="445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 rot="-601200">
              <a:off x="5729400" y="465732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 rot="-601200">
              <a:off x="5953680" y="4930560"/>
              <a:ext cx="46440" cy="46440"/>
            </a:xfrm>
            <a:custGeom>
              <a:rect b="b" l="l" r="r" t="t"/>
              <a:pathLst>
                <a:path extrusionOk="0" h="443" w="444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 rot="-601200">
              <a:off x="5260680" y="4735440"/>
              <a:ext cx="55440" cy="55440"/>
            </a:xfrm>
            <a:custGeom>
              <a:rect b="b" l="l" r="r" t="t"/>
              <a:pathLst>
                <a:path extrusionOk="0" h="527" w="527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0000" spcFirstLastPara="1" rIns="90000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 rot="-601200">
              <a:off x="5370480" y="46238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 rot="-601200">
              <a:off x="5346360" y="448632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 rot="-601200">
              <a:off x="5657040" y="406944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 rot="-601200">
              <a:off x="5686560" y="442620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 rot="-601200">
              <a:off x="5758200" y="4831560"/>
              <a:ext cx="27720" cy="27720"/>
            </a:xfrm>
            <a:custGeom>
              <a:rect b="b" l="l" r="r" t="t"/>
              <a:pathLst>
                <a:path extrusionOk="0" h="268" w="268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5"/>
          <p:cNvGrpSpPr/>
          <p:nvPr/>
        </p:nvGrpSpPr>
        <p:grpSpPr>
          <a:xfrm>
            <a:off x="8206560" y="4196160"/>
            <a:ext cx="937080" cy="947160"/>
            <a:chOff x="8206560" y="4196160"/>
            <a:chExt cx="937080" cy="947160"/>
          </a:xfrm>
        </p:grpSpPr>
        <p:grpSp>
          <p:nvGrpSpPr>
            <p:cNvPr id="715" name="Google Shape;715;p5"/>
            <p:cNvGrpSpPr/>
            <p:nvPr/>
          </p:nvGrpSpPr>
          <p:grpSpPr>
            <a:xfrm>
              <a:off x="8206560" y="4196160"/>
              <a:ext cx="937080" cy="947160"/>
              <a:chOff x="8206560" y="4196160"/>
              <a:chExt cx="937080" cy="947160"/>
            </a:xfrm>
          </p:grpSpPr>
          <p:sp>
            <p:nvSpPr>
              <p:cNvPr id="716" name="Google Shape;716;p5"/>
              <p:cNvSpPr/>
              <p:nvPr/>
            </p:nvSpPr>
            <p:spPr>
              <a:xfrm>
                <a:off x="8516520" y="4228920"/>
                <a:ext cx="379800" cy="658440"/>
              </a:xfrm>
              <a:custGeom>
                <a:rect b="b" l="l" r="r" t="t"/>
                <a:pathLst>
                  <a:path extrusionOk="0" h="5090" w="2938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5"/>
              <p:cNvSpPr/>
              <p:nvPr/>
            </p:nvSpPr>
            <p:spPr>
              <a:xfrm>
                <a:off x="8825400" y="4847760"/>
                <a:ext cx="290880" cy="33840"/>
              </a:xfrm>
              <a:custGeom>
                <a:rect b="b" l="l" r="r" t="t"/>
                <a:pathLst>
                  <a:path extrusionOk="0" h="268" w="2251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5"/>
              <p:cNvSpPr/>
              <p:nvPr/>
            </p:nvSpPr>
            <p:spPr>
              <a:xfrm>
                <a:off x="8240040" y="4918680"/>
                <a:ext cx="406080" cy="223560"/>
              </a:xfrm>
              <a:custGeom>
                <a:rect b="b" l="l" r="r" t="t"/>
                <a:pathLst>
                  <a:path extrusionOk="0" h="1731" w="3142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0000" spcFirstLastPara="1" rIns="90000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5"/>
              <p:cNvSpPr/>
              <p:nvPr/>
            </p:nvSpPr>
            <p:spPr>
              <a:xfrm>
                <a:off x="8865000" y="4514040"/>
                <a:ext cx="56880" cy="56520"/>
              </a:xfrm>
              <a:custGeom>
                <a:rect b="b" l="l" r="r" t="t"/>
                <a:pathLst>
                  <a:path extrusionOk="0" h="443" w="444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5"/>
              <p:cNvSpPr/>
              <p:nvPr/>
            </p:nvSpPr>
            <p:spPr>
              <a:xfrm>
                <a:off x="9087120" y="4851000"/>
                <a:ext cx="56520" cy="56520"/>
              </a:xfrm>
              <a:custGeom>
                <a:rect b="b" l="l" r="r" t="t"/>
                <a:pathLst>
                  <a:path extrusionOk="0" h="443" w="442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5"/>
              <p:cNvSpPr/>
              <p:nvPr/>
            </p:nvSpPr>
            <p:spPr>
              <a:xfrm>
                <a:off x="8679960" y="4196160"/>
                <a:ext cx="67680" cy="67680"/>
              </a:xfrm>
              <a:custGeom>
                <a:rect b="b" l="l" r="r" t="t"/>
                <a:pathLst>
                  <a:path extrusionOk="0" h="528" w="527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5"/>
              <p:cNvSpPr/>
              <p:nvPr/>
            </p:nvSpPr>
            <p:spPr>
              <a:xfrm>
                <a:off x="8574840" y="4851000"/>
                <a:ext cx="67320" cy="67680"/>
              </a:xfrm>
              <a:custGeom>
                <a:rect b="b" l="l" r="r" t="t"/>
                <a:pathLst>
                  <a:path extrusionOk="0" h="527" w="526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5"/>
              <p:cNvSpPr/>
              <p:nvPr/>
            </p:nvSpPr>
            <p:spPr>
              <a:xfrm>
                <a:off x="8206560" y="4952520"/>
                <a:ext cx="67680" cy="67680"/>
              </a:xfrm>
              <a:custGeom>
                <a:rect b="b" l="l" r="r" t="t"/>
                <a:pathLst>
                  <a:path extrusionOk="0" h="527" w="528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00" lIns="90000" spcFirstLastPara="1" rIns="90000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5"/>
              <p:cNvSpPr/>
              <p:nvPr/>
            </p:nvSpPr>
            <p:spPr>
              <a:xfrm>
                <a:off x="8497080" y="45712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5"/>
              <p:cNvSpPr/>
              <p:nvPr/>
            </p:nvSpPr>
            <p:spPr>
              <a:xfrm>
                <a:off x="8619840" y="5109480"/>
                <a:ext cx="33840" cy="33840"/>
              </a:xfrm>
              <a:custGeom>
                <a:rect b="b" l="l" r="r" t="t"/>
                <a:pathLst>
                  <a:path extrusionOk="0" h="268" w="268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7275" lIns="90000" spcFirstLastPara="1" rIns="90000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6" name="Google Shape;726;p5"/>
            <p:cNvSpPr/>
            <p:nvPr/>
          </p:nvSpPr>
          <p:spPr>
            <a:xfrm>
              <a:off x="8790840" y="4816800"/>
              <a:ext cx="67680" cy="67320"/>
            </a:xfrm>
            <a:custGeom>
              <a:rect b="b" l="l" r="r" t="t"/>
              <a:pathLst>
                <a:path extrusionOk="0" h="526" w="527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5"/>
          <p:cNvGrpSpPr/>
          <p:nvPr/>
        </p:nvGrpSpPr>
        <p:grpSpPr>
          <a:xfrm>
            <a:off x="6934680" y="-180000"/>
            <a:ext cx="562680" cy="510480"/>
            <a:chOff x="6934680" y="-180000"/>
            <a:chExt cx="562680" cy="510480"/>
          </a:xfrm>
        </p:grpSpPr>
        <p:sp>
          <p:nvSpPr>
            <p:cNvPr id="728" name="Google Shape;728;p5"/>
            <p:cNvSpPr/>
            <p:nvPr/>
          </p:nvSpPr>
          <p:spPr>
            <a:xfrm flipH="1">
              <a:off x="6934680" y="-180000"/>
              <a:ext cx="562680" cy="510480"/>
            </a:xfrm>
            <a:custGeom>
              <a:rect b="b" l="l" r="r" t="t"/>
              <a:pathLst>
                <a:path extrusionOk="0" h="3176" w="350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 flipH="1">
              <a:off x="6983640" y="3600"/>
              <a:ext cx="291240" cy="313560"/>
            </a:xfrm>
            <a:custGeom>
              <a:rect b="b" l="l" r="r" t="t"/>
              <a:pathLst>
                <a:path extrusionOk="0" h="1953" w="1813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"/>
            <p:cNvSpPr/>
            <p:nvPr/>
          </p:nvSpPr>
          <p:spPr>
            <a:xfrm flipH="1">
              <a:off x="6959880" y="149400"/>
              <a:ext cx="203400" cy="152280"/>
            </a:xfrm>
            <a:custGeom>
              <a:rect b="b" l="l" r="r" t="t"/>
              <a:pathLst>
                <a:path extrusionOk="0" h="951" w="1268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anchorCtr="0" anchor="ctr" bIns="76300" lIns="90000" spcFirstLastPara="1" rIns="90000" wrap="square" tIns="7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 flipH="1">
              <a:off x="7063920" y="129960"/>
              <a:ext cx="189720" cy="189720"/>
            </a:xfrm>
            <a:custGeom>
              <a:rect b="b" l="l" r="r" t="t"/>
              <a:pathLst>
                <a:path extrusionOk="0" h="1184" w="1184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"/>
            <p:cNvSpPr/>
            <p:nvPr/>
          </p:nvSpPr>
          <p:spPr>
            <a:xfrm flipH="1">
              <a:off x="7030800" y="255240"/>
              <a:ext cx="107280" cy="46440"/>
            </a:xfrm>
            <a:custGeom>
              <a:rect b="b" l="l" r="r" t="t"/>
              <a:pathLst>
                <a:path extrusionOk="0" h="292" w="67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3400" lIns="90000" spcFirstLastPara="1" rIns="90000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"/>
            <p:cNvSpPr/>
            <p:nvPr/>
          </p:nvSpPr>
          <p:spPr>
            <a:xfrm flipH="1">
              <a:off x="7059600" y="148680"/>
              <a:ext cx="91080" cy="44640"/>
            </a:xfrm>
            <a:custGeom>
              <a:rect b="b" l="l" r="r" t="t"/>
              <a:pathLst>
                <a:path extrusionOk="0" h="282" w="57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"/>
            <p:cNvSpPr/>
            <p:nvPr/>
          </p:nvSpPr>
          <p:spPr>
            <a:xfrm flipH="1">
              <a:off x="7121880" y="2880"/>
              <a:ext cx="151560" cy="84960"/>
            </a:xfrm>
            <a:custGeom>
              <a:rect b="b" l="l" r="r" t="t"/>
              <a:pathLst>
                <a:path extrusionOk="0" h="533" w="945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"/>
            <p:cNvSpPr/>
            <p:nvPr/>
          </p:nvSpPr>
          <p:spPr>
            <a:xfrm flipH="1">
              <a:off x="7181640" y="-133920"/>
              <a:ext cx="161640" cy="120240"/>
            </a:xfrm>
            <a:custGeom>
              <a:rect b="b" l="l" r="r" t="t"/>
              <a:pathLst>
                <a:path extrusionOk="0" h="752" w="1008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60475" lIns="90000" spcFirstLastPara="1" rIns="90000" wrap="square" tIns="6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5"/>
          <p:cNvSpPr/>
          <p:nvPr/>
        </p:nvSpPr>
        <p:spPr>
          <a:xfrm>
            <a:off x="4695120" y="3692880"/>
            <a:ext cx="56520" cy="56880"/>
          </a:xfrm>
          <a:custGeom>
            <a:rect b="b" l="l" r="r" t="t"/>
            <a:pathLst>
              <a:path extrusionOk="0" h="524" w="523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"/>
          <p:cNvSpPr/>
          <p:nvPr/>
        </p:nvSpPr>
        <p:spPr>
          <a:xfrm>
            <a:off x="5871600" y="2430720"/>
            <a:ext cx="56520" cy="56880"/>
          </a:xfrm>
          <a:custGeom>
            <a:rect b="b" l="l" r="r" t="t"/>
            <a:pathLst>
              <a:path extrusionOk="0" h="524" w="523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8800" lIns="90000" spcFirstLastPara="1" rIns="90000" wrap="square" tIns="28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"/>
          <p:cNvSpPr/>
          <p:nvPr/>
        </p:nvSpPr>
        <p:spPr>
          <a:xfrm>
            <a:off x="6813000" y="519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"/>
          <p:cNvSpPr/>
          <p:nvPr/>
        </p:nvSpPr>
        <p:spPr>
          <a:xfrm>
            <a:off x="7380000" y="1104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"/>
          <p:cNvSpPr/>
          <p:nvPr/>
        </p:nvSpPr>
        <p:spPr>
          <a:xfrm>
            <a:off x="7886520" y="1428120"/>
            <a:ext cx="129240" cy="129240"/>
          </a:xfrm>
          <a:custGeom>
            <a:rect b="b" l="l" r="r" t="t"/>
            <a:pathLst>
              <a:path extrusionOk="0" h="1184" w="1184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648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"/>
          <p:cNvSpPr/>
          <p:nvPr/>
        </p:nvSpPr>
        <p:spPr>
          <a:xfrm>
            <a:off x="1733400" y="4256280"/>
            <a:ext cx="258840" cy="258480"/>
          </a:xfrm>
          <a:custGeom>
            <a:rect b="b" l="l" r="r" t="t"/>
            <a:pathLst>
              <a:path extrusionOk="0" h="2365" w="2366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"/>
          <p:cNvSpPr/>
          <p:nvPr/>
        </p:nvSpPr>
        <p:spPr>
          <a:xfrm>
            <a:off x="1789920" y="1881720"/>
            <a:ext cx="64080" cy="64080"/>
          </a:xfrm>
          <a:custGeom>
            <a:rect b="b" l="l" r="r" t="t"/>
            <a:pathLst>
              <a:path extrusionOk="0" h="592" w="592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"/>
          <p:cNvSpPr/>
          <p:nvPr/>
        </p:nvSpPr>
        <p:spPr>
          <a:xfrm>
            <a:off x="801000" y="3135240"/>
            <a:ext cx="64080" cy="64080"/>
          </a:xfrm>
          <a:custGeom>
            <a:rect b="b" l="l" r="r" t="t"/>
            <a:pathLst>
              <a:path extrusionOk="0" h="591" w="592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2400" lIns="90000" spcFirstLastPara="1" rIns="90000" wrap="square" tIns="3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"/>
          <p:cNvSpPr/>
          <p:nvPr/>
        </p:nvSpPr>
        <p:spPr>
          <a:xfrm>
            <a:off x="1156200" y="2547888"/>
            <a:ext cx="7739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Exo Medium"/>
                <a:ea typeface="Exo Medium"/>
                <a:cs typeface="Exo Medium"/>
                <a:sym typeface="Exo Medium"/>
              </a:rPr>
              <a:t>Atenção sempre às taxas, documentos e formulários necessários para inscrição!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476" y="3501550"/>
            <a:ext cx="1744138" cy="13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655d94eeb_0_0"/>
          <p:cNvSpPr txBox="1"/>
          <p:nvPr>
            <p:ph type="title"/>
          </p:nvPr>
        </p:nvSpPr>
        <p:spPr>
          <a:xfrm>
            <a:off x="3059100" y="1080700"/>
            <a:ext cx="3025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chemeClr val="dk1"/>
                </a:solidFill>
              </a:rPr>
              <a:t>A experiência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751" name="Google Shape;751;g27655d94eeb_0_0"/>
          <p:cNvSpPr txBox="1"/>
          <p:nvPr/>
        </p:nvSpPr>
        <p:spPr>
          <a:xfrm>
            <a:off x="784650" y="1705900"/>
            <a:ext cx="5073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Encantador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Reflexão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Oportunidade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Inspiração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Decisão de vida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Formação Acadêmica, Social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5b953333d_0_97"/>
          <p:cNvSpPr txBox="1"/>
          <p:nvPr/>
        </p:nvSpPr>
        <p:spPr>
          <a:xfrm>
            <a:off x="574450" y="15082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7" name="Google Shape;757;g275b953333d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600" y="623638"/>
            <a:ext cx="1971351" cy="35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g275b953333d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0137" y="481575"/>
            <a:ext cx="3043749" cy="405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g275b953333d_0_97"/>
          <p:cNvPicPr preferRelativeResize="0"/>
          <p:nvPr/>
        </p:nvPicPr>
        <p:blipFill rotWithShape="1">
          <a:blip r:embed="rId5">
            <a:alphaModFix/>
          </a:blip>
          <a:srcRect b="0" l="0" r="0" t="9966"/>
          <a:stretch/>
        </p:blipFill>
        <p:spPr>
          <a:xfrm>
            <a:off x="6360050" y="623638"/>
            <a:ext cx="2358000" cy="377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275b953333d_0_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8974" y="2274502"/>
            <a:ext cx="2079076" cy="2772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g275b953333d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725" y="855000"/>
            <a:ext cx="2575125" cy="34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g275b953333d_0_118"/>
          <p:cNvPicPr preferRelativeResize="0"/>
          <p:nvPr/>
        </p:nvPicPr>
        <p:blipFill rotWithShape="1">
          <a:blip r:embed="rId4">
            <a:alphaModFix/>
          </a:blip>
          <a:srcRect b="56713" l="0" r="0" t="0"/>
          <a:stretch/>
        </p:blipFill>
        <p:spPr>
          <a:xfrm>
            <a:off x="3530513" y="529125"/>
            <a:ext cx="2575126" cy="19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g275b953333d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1322" y="716188"/>
            <a:ext cx="2783351" cy="371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275b953333d_0_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1613" y="2618075"/>
            <a:ext cx="2332950" cy="174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g275b953333d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75" y="935363"/>
            <a:ext cx="2675274" cy="35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g275b953333d_0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9275" y="882525"/>
            <a:ext cx="2754526" cy="36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g275b953333d_0_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4249" y="849750"/>
            <a:ext cx="2802625" cy="373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g2d4755e311e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27648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g2d4755e311e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448" y="152400"/>
            <a:ext cx="36276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2d4755e311e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27648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g2d4755e311e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448" y="152400"/>
            <a:ext cx="27193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75b953333d_0_19"/>
          <p:cNvSpPr txBox="1"/>
          <p:nvPr>
            <p:ph type="title"/>
          </p:nvPr>
        </p:nvSpPr>
        <p:spPr>
          <a:xfrm>
            <a:off x="3064550" y="2032950"/>
            <a:ext cx="3677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4400">
                <a:solidFill>
                  <a:schemeClr val="dk1"/>
                </a:solidFill>
              </a:rPr>
              <a:t>DÚVIDAS?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"/>
          <p:cNvSpPr txBox="1"/>
          <p:nvPr>
            <p:ph type="title"/>
          </p:nvPr>
        </p:nvSpPr>
        <p:spPr>
          <a:xfrm>
            <a:off x="3042900" y="1088800"/>
            <a:ext cx="30582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" sz="4800">
                <a:solidFill>
                  <a:srgbClr val="FFFFFF"/>
                </a:solidFill>
              </a:rPr>
              <a:t>Obrigado!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uter Galaxies: Astronomy Education Center by Slidesgo">
  <a:themeElements>
    <a:clrScheme name="Simple Light">
      <a:dk1>
        <a:srgbClr val="FFFFFF"/>
      </a:dk1>
      <a:lt1>
        <a:srgbClr val="18253F"/>
      </a:lt1>
      <a:dk2>
        <a:srgbClr val="F7EAB7"/>
      </a:dk2>
      <a:lt2>
        <a:srgbClr val="F8D551"/>
      </a:lt2>
      <a:accent1>
        <a:srgbClr val="F37D41"/>
      </a:accent1>
      <a:accent2>
        <a:srgbClr val="F0597F"/>
      </a:accent2>
      <a:accent3>
        <a:srgbClr val="F39CAA"/>
      </a:accent3>
      <a:accent4>
        <a:srgbClr val="FDE2E7"/>
      </a:accent4>
      <a:accent5>
        <a:srgbClr val="9FEBE1"/>
      </a:accent5>
      <a:accent6>
        <a:srgbClr val="79B6F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