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923F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E0E6ED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E6ED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E0E6ED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