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84" y="1645920"/>
            <a:ext cx="965603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84" y="4389120"/>
            <a:ext cx="965603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92608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411480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267" y="1737360"/>
            <a:ext cx="4690989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Milky Way 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fundo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Reconciliação Química Estelar • MWBR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23F"/>
      </a:hlink>
      <a:folHlink>
        <a:srgbClr val="00923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