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4-graficos-vetoriais-tikz-e-pgfplots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4-graficos-vetoriais-tikz-e-pgfplots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4-graficos-vetoriais-tikz-e-pgfplots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4-graficos-vetoriais-tikz-e-pgfplots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4-graficos-vetoriais-tikz-e-pgfplots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4-graficos-vetoriais-tikz-e-pgfplots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4-graficos-vetoriais-tikz-e-pgfplots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4-graficos-vetoriais-tikz-e-pgfplots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4-graficos-vetoriais-tikz-e-pgfplots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A Revolução do TikZ: "TikZ ist kein Zeichenprogramm"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PGFPlots: Visualização Científica de Dados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Estudo de Caso: Uniformidade Tipográfica em Artigo Qualis A1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Diagrama do Ecossistema Gráfico do LaTeX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Exercício Prático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A Revolução do TikZ: "TikZ ist kein Zeichenprog...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inclusão de imagens PNG ou JPEG geradas em editores externos constitui o fluxo de trabalho mais comum, porém é frágil para a tipografia científica: as fontes das legendas dos gráficos frequentemente ficam destoantes da fonte principal do documento, resoluções perdem nitidez ao escalar (no caso de rasters) e inconsistências de espessura de linhas ocorrem sistematicamente.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solução canônica do mundo LaTeX é o pacote PGF (Portable Graphics Format) e seu frontend, o TikZ (um acrônimo recursivo para "TikZ ist kein Zeichenprogramm" - TikZ não é um programa de desenho).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1.1 Sintaxe Básica do TikZ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TikZ opera através de caminhos (paths) programados em uma sintaxe declarativa imperativa. Todo comando TikZ termina com um ponto e vírgula (`;`).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\usepackage{tikz}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PGFPlots: Visualização Científica de Dados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Se o TikZ é excelente para desenhar diagramas de bloco, fluxogramas, grafos, e esquemas de engenharia, construir gráficos matemáticos (eixos cartesianos, distribuições) na mão em TikZ seria extremamente laborioso.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Aqui entra o `pgfplots`, um pacote construído sobre o TikZ, desenhado para plotagem 2D e 3D de alta qualidade com sintaxe amigável e eixos automáticos.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2.1 Plotagem de Funções Matemáticas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\usepackage{pgfplots}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\pgfplotsset{compat=1.18}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Estudo de Caso: Uniformidade Tipográfica em Art...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No submetimento de um artigo à IEEE Transactions, a equipe autoral notou que gráficos gerados pelo Excel e pelo matplotlib apresentavam tamanhos de fonte diferentes, distorcendo o visual formal exigido.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intervenção adotada foi exportar os dados puros (Arrays/Pandas DataFrames) de suas análises estatísticas para arquivos CSV ou TSV leves. A geração visual dos gráficos foi delegada integralmente ao LaTeX utilizando PGFPlots.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resultado foi a compatibilidade absoluta de fontes (as fontes matemáticas do gráfico herdaram a família Times configurada para o documento) e máxima nitidez vetorial.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Diagrama do Ecossistema Gráfico do LaTeX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graph TD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A[Usuário/Documento] --&gt; B(TikZ)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--&gt; C(PGFPlots)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 -.-&gt;|Utiliza como motor| B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B -.-&gt;|Camada de Baixo Nível| D[PGF - Portable Graphics Format]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Instancie o ambiente `tikzpicture` e desenhe um triângulo retângulo usando a ferramenta `\draw` do TikZ com vértices em `(0,0)`, `(3,0)` e `(0,4)`.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Adicione rótulos (nodes) nas arestas indicando seus respectivos comprimentos (catetos e hipotenusa).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Importe o pacote `pgfplots`. Crie um gráfico simples plotando a função seno no domínio de 0 a $2\pi$.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4. Ajuste os eixos e adicione legendas, verificando se a fonte dos números acompanha a do documento.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FEUERSÄNGER, Christian. Manual for Package pgfplots. Version 1.18. CTAN, 2021.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TANTau, Till. The TikZ and PGF Packages: Manual for version 3.1.9a. CTAN, 2021.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https://www.phrandrade.com/pt-br/resource/latex/aula-14-graficos-vetoriais-tikz-e-pgfplots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