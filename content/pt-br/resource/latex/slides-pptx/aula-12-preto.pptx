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2-sintaxe-matematica-amsmath-e-tabelas-booktabs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2-sintaxe-matematica-amsmath-e-tabelas-booktabs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2-sintaxe-matematica-amsmath-e-tabelas-booktabs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2-sintaxe-matematica-amsmath-e-tabelas-booktabs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2-sintaxe-matematica-amsmath-e-tabelas-booktabs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2-sintaxe-matematica-amsmath-e-tabelas-booktabs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2-sintaxe-matematica-amsmath-e-tabelas-booktabs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2-sintaxe-matematica-amsmath-e-tabelas-booktabs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2-sintaxe-matematica-amsmath-e-tabelas-booktabs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B437"/>
                </a:solidFill>
              </a:rPr>
              <a:t>Aula 12: Sintaxe Canônica, Ambientes Matemáticos Avançados (amsmath) e Tabelas (booktabs)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B4B4B4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12: Sintaxe Canônica, Ambientes Matemáticos Avançados (amsmath) e Tabelas (booktabs)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DCB437"/>
                </a:solidFill>
              </a:rPr>
              <p:t>2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1. O Pacote amsmath: O Coração da Matemática no LaTeX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2. Diagramação de Tabelas Profissionais com booktabs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3. Estudo de Caso: Adequação Visual de uma Dissertação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4. Diagrama de Estrutura de Tabela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5. Exercício Prático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6.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1. O Pacote amsmath: O Coração da Matemática no La...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12: Sintaxe Canônica, Ambientes Matemáticos Avançados (amsmath) e Tabelas (booktabs)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DCB437"/>
                </a:solidFill>
              </a:rPr>
              <p:t>3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LaTeX possui capacidades matemáticas nativas robustas, mas foi a Sociedade Americana de Matemática (American Mathematical Society - AMS) que elevou a tipografia matemática a um patamar definitivo com o pacote `amsmath` (e suas extensões `amssymb`, `amsthm`, e o moderno `mathtools`).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sintaxe matemática exige clareza e precisão. Evita-se o uso dos antigos ambientes `eqnarray` em favor dos ambientes fornecidos pelo `amsmath`, devido a problemas conhecidos de espaçamento e alinhamento do `eqnarray`.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1.1 Ambientes Alinhados e Equações Multilinhas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Os principais ambientes para diagramação de equações são: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`equation`: Equação simples e numerada.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2. Diagramação de Tabelas Profissionais com bookta...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12: Sintaxe Canônica, Ambientes Matemáticos Avançados (amsmath) e Tabelas (booktabs)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DCB437"/>
                </a:solidFill>
              </a:rPr>
              <p:t>4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Na escrita acadêmica e científica de alto nível, tabelas não devem se assemelhar a grades de planilhas. A filosofia da tipografia clássica estipula que linhas verticais (`|`) devem ser abolidas e linhas horizontais devem ser reduzidas ao mínimo essencial. O pacote `booktabs` provê comandos otimizados de espessura e espaçamento.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2.1 Regras de Ouro (Normas IBGE e Práticas Acadêmicas)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norma de Apresentação Tabular (IBGE, 1993), muitas vezes referenciada por instituições brasileiras, concorda com a abolição das bordas laterais.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Não utilize linhas verticais.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Não utilize linha dupla horizontal (`\hline\hline`).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3. Estudo de Caso: Adequação Visual de uma Dissert...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12: Sintaxe Canônica, Ambientes Matemáticos Avançados (amsmath) e Tabelas (booktabs)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DCB437"/>
                </a:solidFill>
              </a:rPr>
              <p:t>5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aluna Maria defendeu seu mestrado e a banca solicitou que as 35 tabelas de sua dissertação perdessem as "grades" de Excel. Ao longo de 4 horas, utilizando expressões regulares e o pacote `booktabs`, foi feita uma refatoração em massa.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Os ganhos foram imensos em legibilidade e profissionalismo, sendo elogiado pela banca avaliadora na entrega da versão final em conformidade com as normas IBGE/ABNT.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4. Diagrama de Estrutura de Tabela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12: Sintaxe Canônica, Ambientes Matemáticos Avançados (amsmath) e Tabelas (booktabs)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DCB437"/>
                </a:solidFill>
              </a:rPr>
              <p:t>6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graph LR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T((Tabela)) --&gt; Top[toprule: Espessa, limite superior]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T --&gt; Mid[midrule: Separa cabeçalho dos dados]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T --&gt; Bot[bottomrule: Espessa, limite inferior]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Top -.-&gt; Cabeçalho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5.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12: Sintaxe Canônica, Ambientes Matemáticos Avançados (amsmath) e Tabelas (booktabs)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DCB437"/>
                </a:solidFill>
              </a:rPr>
              <p:t>7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Inicie um documento e importe `mathtools` e `booktabs`.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Escreva o Teorema de Pitágoras e a Fórmula de Bhaskara utilizando o ambiente `align`.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Crie uma tabela apresentando resultados experimentais (3 colunas, 4 linhas de dados) utilizando estritamente a filosofia do `booktabs`.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4. Inclua uma legenda (caption) superior e uma fonte inferior (padrão ABNT).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6.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12: Sintaxe Canônica, Ambientes Matemáticos Avançados (amsmath) e Tabelas (booktabs)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DCB437"/>
                </a:solidFill>
              </a:rPr>
              <p:t>8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IBGE. Centro de Documentação e Disseminação de Informações. Normas de apresentação tabular. 3. ed. Rio de Janeiro: IBGE, 1993.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OETIKER, Tobias et al. The Not So Short Introduction to LaTeX2e. Version 6.4, 2021.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FEAR, Simon. Publication quality tables in LaTeX. CTAN, 2020.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12: Sintaxe Canônica, Ambientes Matemáticos Avançados (amsmath) e Tabelas (booktabs)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DCB437"/>
                </a:solidFill>
              </a:rPr>
              <p:t>9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CB437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F0F0F0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DCB437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CB437"/>
                </a:solidFill>
                <a:hlinkClick r:id="rId4"/>
              </a:rPr>
              <a:t>https://www.phrandrade.com/pt-br/resource/latex/aula-12-sintaxe-matematica-amsmath-e-tabelas-booktabs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