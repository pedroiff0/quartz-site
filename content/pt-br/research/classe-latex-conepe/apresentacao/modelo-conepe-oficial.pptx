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5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5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b920c2f0c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b920c2f0c_7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b920c2f0c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b920c2f0c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b920c2f0c_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b920c2f0c_5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940249" y="-942380"/>
            <a:ext cx="3263503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2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 rot="5400000">
            <a:off x="2940249" y="-942380"/>
            <a:ext cx="3263503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59" name="Google Shape;159;p3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0" name="Google Shape;160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5" name="Google Shape;175;p33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7" name="Google Shape;177;p33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4"/>
            <a:ext cx="9143999" cy="134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35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35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