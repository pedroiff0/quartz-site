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9-classes-especializadas-if-beamer-iffposter-relatoriocorp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9-classes-especializadas-if-beamer-iffposter-relatoriocorp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19: Classes Especializadas (Beamer, Poster e Relatório)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O Ecossistema TeX e a Diversidade Documental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Anatomia do `if-beamer.cls`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Anatomia do `iffposter.cls` (Pacote TikZposter)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Anatomia do `relatoriocorp.cls` para Agências de Fomento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Estudo de Caso (Use Case): Transição de Tese para Banner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Diagrama de Integração do Ecossistema IFF LaTeX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O Ecossistema TeX e a Diversidade Documental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Embora os Trabalhos de Conclusão de Curso (TCC) e Dissertações demandem arquivos regidos estritamente pelas NBRs (resolvidos pela classe `ifftese.cls`), a vida acadêmica não se limita a monografias. Apresentações em eventos, defesa de bancas, relatórios corporativos para agências de fomento (FAPERJ, CNPq) e exibições gráficas (Banners/Posters) exigem classes próprias.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Nesta aula, desvendaremos a engenharia e customização das três classes suplementares do ecossistema IFF: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`if-beamer.cls` para Apresentações de Defesa.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`iffposter.cls` para Congressos e Mostras de Extensão.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`relatoriocorp.cls` para envio de relatórios parciais e finais aos financiadores.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Anatomia do `if-beamer.cls`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LaTeX Beamer é o estado da arte para criação de apresentações acadêmicas. No entanto, o tema padrão carece de identidade visual da instituição. Ao criarmos o `if-beamer.cls`, nós fazemos herança da classe nativa `beamer` e modificamos o ambiente de Cores e Templates.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2.1 Código Interno do Template Institucional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forçar um padrão de cores e rodapé, a classe `if-beamer.cls` sobrecarrega os elementos internos (chamados de `Inner` e `Outer` themes do Beamer).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Arquivo if-beamer.cls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\NeedsTeXFormat{LaTeX2e}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Anatomia do `iffposter.cls` (Pacote TikZposter)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impressão gráfica de Banners (tamanho A0), o LaTeX oferece os pacotes `beamerposter`, `a0poster` ou `tikzposter`. Optamos por herdar o `tikzposter` por sua capacidade absurda de criar caixas (blocks) responsivos baseados no poderoso motor TikZ PGF.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Arquivo iffposter.cls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\NeedsTeXFormat{LaTeX2e}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\ProvidesClass{iffposter}[2026/08/04 Poster A0 para o IFF]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\DeclareOption{\PassOptionsToClass{\CurrentOption}{tikzposter}}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Anatomia do `relatoriocorp.cls` para Agências d...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Diferente da Tese (com 100+ páginas), o Relatório Parcial é ágil, contendo 10 a 20 páginas, onde o foco está no alinhamento às planilhas financeiras e cronogramas (Gantt) pactuados com a FAPERJ.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herança mais leve faz-se da classe `article`: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Arquivo relatoriocorp.cls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\LoadClass[12pt, a4paper]{article}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\RequirePackage{geometry}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Estudo de Caso (Use Case): Transição de Tese pa...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Um aluno precisa ir a um Congresso divulgar sua Tese recém escrita. O ecossistema modular brilha aqui: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Os teoremas e equações estão salvos em `macros.sty`.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A Tese principal usa `\documentclass{ifftese}` e puxa `macros.sty`.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O aluno cria `poster.tex` usando `\documentclass{iffposter}`, e simplesmente puxa o mesmo `macros.sty`.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Nenhum código matemático precisa ser reescrito ou reformatado; a consistência é mantida (DRY - Don't Repeat Yourself).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Diagrama de Integração do Ecossistema IFF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LR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A[macros.sty - Lógica e Matemática] --&gt; B(main.tex - Tese)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--&gt; C(apresentacao.tex)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--&gt; D(banner.tex)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-. Usa .-&gt; E[ifftese.cls]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Baixe o pacote `tikzposter` no seu editor online (ex: Overleaf) ou local (TeXLive).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Escreva um documento chamando `\documentclass[25pt, a0paper]{tikzposter}`.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Teste o comando `\block{Título do Bloco}{Seu texto aqui}` e observe como o LaTeX cuida do redimensionamento vetorial em uma folha de 1 metro quadrado (A0) sem perder a qualidade gráfica das fontes.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8.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TANTAM, Till. The TikZ and PGF Packages. Manual for version 3.1.5. The LaTeX Project, 2020.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TANTAM, Till; WRIGHT, Joseph; MILETIĆ, Vedran. The BEAMER class. User Guide for version 3.62. The LaTeX Project, 2021.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EGNOR, Dan et al. tikzposter: A LaTeX class to create posters with TikZ. Comprehensive TeX Archive Network, 2014.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19: Classes Especializadas (Beamer, Poster e Relatório)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DCB437"/>
                </a:solidFill>
              </a:rPr>
              <p:t>11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https://www.phrandrade.com/pt-br/resource/latex/aula-19-classes-especializadas-if-beamer-iffposter-relatoriocorp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