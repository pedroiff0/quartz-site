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8-customizacao-de-floats-fancyhdr-e-nbr-6027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18: Controle Avançado de Floats e NBR 6027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O Paradigma de Floats no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Tabelas na ABNT e o pacote `booktabs`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Listas Customizadas: Quadros e Algoritmos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Sumários Dinâmicos NBR 6027 e Pacote `titletoc`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 (Use Case): Fluxo de Rendering de um Quadro e TOC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Diagrama do Subsistema de Floats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O Paradigma de Floats no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Um dos maiores choques para os usuários oriundos do Microsoft Word é o comportamento das Figuras e Tabelas no LaTeX. O LaTeX trata esses elementos como Floats (objetos flutuantes). Em vez de ancorar o elemento exatamente no caractere onde foi digitado, o motor tipográfico procura o "melhor" lugar da página para colocá-lo (geralmente no topo ou no fundo), visando evitar espaços em branco aberrantes e órfãos textuais.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pacote base para gerir imagens é o `graphicx`, mas o posicionamento é regido pelo núcleo do LaTeX através de restrições topológicas.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Modificadores de Posição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Ao declarar `\begin{figure}[htpb]`, o autor expressa uma ordem de preferência: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`h` (Here): Se couber perfeitamente aqui, coloque aqui.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Tabelas na ABNT e o pacote `booktabs`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ABNT e a norma do IBGE (1993) para tabelas (apresentação tabular) proíbem expressamente fechar tabelas com linhas verticais externas laterais. Além disso, as linhas horizontais não devem ser excessivas.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forma canônica, elegante e científica de criar tabelas em LaTeX exige o pacote `booktabs`.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\RequirePackage{booktabs}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\RequirePackage{multirow}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\RequirePackage{tabularx}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Listas Customizadas: Quadros e Algoritmos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Pela ABNT (e normas complementares), existe distinção clara entre Figura, Tabela e Quadro.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Tabela: Tem dados estatísticos quantitativos e bordas abertas laterais (IBGE, 1993).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Quadro: Tem dados textuais, descritivos e qualitativos, com bordas fechadas.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criar uma lista de Quadros (LOQ - List of Quadros) no LaTeX, utilizamos o pacote `float` associado ao `tocloft` ou as facilidades do `abntex2`.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\newcommand{\quadroname}{Quadro}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Sumários Dinâmicos NBR 6027 e Pacote `titletoc`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NBR 6027 regula o Sumário. Ela prevê que os itens devem ter o mesmo destaque tipográfico que possuem no corpo do texto (Se a Seção 1 é em MAIÚSCULO NEGRITO, no sumário ela também será MAIÚSCULA NEGRITO).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manipular o "Table of Contents" (TOC) de forma profunda, os pacotes `tocloft` e `titletoc` são os preferidos.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Ajuste de recuo dos elementos do sumário para ABNT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\setlength{\cftsecindent}{0pt}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\setlength{\cftsubsecindent}{0pt}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 (Use Case): Fluxo de Rendering d...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No Instituto, o discente precisava criar uma "Lista de Algoritmos" e um "Sumário Executivo".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Definiu a nova lista `loalg` via pacote `float`.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Definiu a macro `\listofalgoritmos`.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Inseriu o pacote `algorithm2e`.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Configurou o `fancyhdr` para alterar o cabeçalho temporariamente nos apêndices.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Diagrama do Subsistema de Floats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sequenceDiagram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User as Usuário (main.tex)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Float as LaTeX Float Engine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participant Page as Página Final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User-&gt;&gt;Float: \begin{figure}[htpb]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Crie uma Tabela (ambiente `table` e `tabular`) com três colunas, formatando as linhas exclusivamente com `\toprule`, `\midrule` e `\bottomrule` do pacote `booktabs`.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Configure o cabeçalho do documento (via `fancyhdr`) para que mostre o nome da disciplina no canto superior esquerdo e a página no superior direito.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Teste os modificadores de posição da tabela (`[b]`, `[t]`, `[h]`) em uma página com bastante texto cego (`\usepackage{lipsum}`) e veja a flutuação ocorrer.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8.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6027: Informação e documentação: Sumário: Apresentação. Rio de Janeiro: ABNT, 2012.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IBGE - Instituto Brasileiro de Geografia e Estatística. Normas de Apresentação Tabular. 3. ed. Rio de Janeiro: IBGE, 1993.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OETIKER, Tobias et al. The Not So Short Introduction to LaTeX2e. Version 6.4, 2021.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PETERNAK, O. The float package. Comprehensive TeX Archive Network, 2001.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18: Controle Avançado de Floats e NBR 6027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DCB437"/>
                </a:solidFill>
              </a:rPr>
              <p:t>11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https://www.phrandrade.com/pt-br/resource/latex/aula-18-customizacao-de-floats-fancyhdr-e-nbr-6027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