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hyperlink" Target="https://www.phrandrade.com" TargetMode="External"/><Relationship Id="rId5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vivid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Arial"/>
              </a:defRPr>
            </a:pPr>
            <a:r>
              <a:t>Reconciliação Química no Disco Galáctico</a:t>
            </a:r>
          </a:p>
          <a:p>
            <a:pPr>
              <a:spcBef>
                <a:spcPts val="14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Abundâncias Estelares de Anãs M e Estrelas FGK face à Evolução Química Galáctica (GCE)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Apresentador: Pedro H. R. de Andrade</a:t>
            </a:r>
          </a:p>
          <a:p>
            <a:pPr>
              <a:defRPr sz="1400">
                <a:solidFill>
                  <a:srgbClr val="00923F"/>
                </a:solidFill>
                <a:latin typeface="Arial"/>
              </a:defRPr>
            </a:pPr>
            <a:r>
              <a:t>Contato: pedroiff0@gmail.com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Artigo: Reconciliation of M Dwarf and FGK Stellar Abundances with Galactic Chemical Evolution (ApJ, 2026)</a:t>
            </a:r>
            <a:br/>
            <a:r>
              <a:t>Autores: T. C. L. Trueman, H. S. Wang, S. J. Mojzsis, D. Turrini, K. Heng, M. Pignatari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vivid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F172A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5" name="Picture 4" descr="cosmic_qrcode_transparente_p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F172A"/>
                </a:solidFill>
                <a:latin typeface="Arial"/>
                <a:hlinkClick r:id="rId4"/>
              </a:rPr>
              <a:t>www.phrandrade.com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5"/>
              </a:rPr>
              <a:t>Pedro H. R.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0" name="TextBox 9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