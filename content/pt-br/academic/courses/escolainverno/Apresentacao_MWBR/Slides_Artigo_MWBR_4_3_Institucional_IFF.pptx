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53" y="1645920"/>
            <a:ext cx="80466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4389120"/>
            <a:ext cx="80466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92608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556" y="1737360"/>
            <a:ext cx="3909157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fundo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23F"/>
      </a:hlink>
      <a:folHlink>
        <a:srgbClr val="00923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