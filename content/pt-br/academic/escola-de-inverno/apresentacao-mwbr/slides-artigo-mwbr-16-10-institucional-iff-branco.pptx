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84" y="1645920"/>
            <a:ext cx="965603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84" y="4389120"/>
            <a:ext cx="96560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92608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411480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267" y="1737360"/>
            <a:ext cx="4690989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