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5-engenharia-do-arquivo-de-metadados-sty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5-engenharia-do-arquivo-de-metadados-sty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Por que construir seu próprio pacote (`.sty`)?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Variáveis de Escopo e Engenharia de Metadados Acadêmicos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O Problema da Flexão de Gênero Institucional (ReLaTeX)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Estudo de Caso: Criação do IFFTese Template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Diagrama da Arquitetura do Pacote Personalizado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Por que construir seu próprio pacote (`.sty`)?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Quando as configurações do preâmbulo (carregamento de pacotes, definições de comandos, ambientes de cor e bibliografia) se tornam extensas (mais de 100-200 linhas), o arquivo `main.tex` se torna ineficiente e "sujo". Mais além, comandos reutilizáveis entre vários projetos se perdem se permanecerem presos ao preâmbulo de um único documento.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arquitetura do LaTeX encoraja a externalização da lógica de comandos para arquivos de estilo `.sty`. Na criação do framework de tese, convencionamos um arquivo chamado `metadados.sty` ou `iff-config.sty` para orquestrar essas definições.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Sintaxe de Provisão de Pacotes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Um pacote bem comportado deve se declarar utilizando primitivas específicas da API de pacotes do kernel do LaTeX2e: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\NeedsTeXFormat{LaTeX2e}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Variáveis de Escopo e Engenharia de Metadados 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 normas ABNT (especialmente a folha de rosto e folha de aprovação segundo NBR 14724) exigem a reutilização de múltiplos dados: nome do autor, título, orientador, instituição, linha de pesquisa. Definir o título fisicamente na capa e redigitá-lo na folha de aprovação fere o princípio DRY (Don't Repeat Yourself).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Utilizamos a criação de macros encapsuladas para gerir esses metadados: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Em metadados.sty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\newcommand{\meutitulo}[1]{\def\imprimirmeutitulo{#1}}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\newcommand{\meuautor}[1]{\def\imprimirmeuautor{#1}}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O Problema da Flexão de Gênero Institucional (R...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Um dos grandes entraves na formatação automática de trabalhos acadêmicos em português é a flexão de gênero. "Orientador" ou "Orientadora"? "Aluno" ou "Aluna"?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Templates legados obrigavam o aluno a editar brutalmente a classe do documento, buscando `Orientador(a):`. Para automatizar e respeitar a diversidade linguística contemporânea, pacotes avançados usam condicionais booleanos ou pacotes lógicos como `etoolbox` e `xifthen`.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Implementação de flexão de gênero usando lógicas `ifthenelse`: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\RequirePackage{ifthen}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\newboolean{isOrientadora}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Estudo de Caso: Criação do IFFTese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No programa de pós-graduação, os secretários sofriam para validar os formatos de entrega (PDFs com margens falhas, espaçamento incorreto, ou a palavra "Orientador" usada para professoras).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coordenação solicitou um projeto ReLaTeX. A equipe liderada pelo professor Pedro criou um pacote `ifftese.sty` centralizado. O arquivo implementou mais de 15 flags booleanas para controle fino, desde o grau (`[Mestrado]` vs `[Doutorado]`) até o papel (`[Orientador]` vs `[Coorientador]`).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resultado foi a emissão de mais de 50 diplomas sem um único atraso ou devolução devido a inconformidades ABNT, com ganho extremo de UX (User Experience) para os estudantes no manuseio das macros de metadados.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Diagrama da Arquitetura do Pacote Personalizado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A[main.tex] --&gt;|Invoca| B(metadados.sty)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--&gt;|Define Váriaveis| C((Escopo Global))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--&gt;|Preenche Dados via \meutitulo| C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--&gt;|Chama \imprimircapa| D[Classe IFFTESE]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Crie um arquivo `meupacote.sty` na mesma pasta do seu projeto.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Inicie com `\ProvidesPackage` e obrigue o LaTeX2e.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Transfira 3 comandos de uso geral ou carregamento de pacotes do seu `main.tex` para dentro desse `.sty` (lembre de usar `\RequirePackage`).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Crie um comando personalizado (macro) para receber e imprimir a data de defesa.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5. Invoque seu novo pacote no preâmbulo do documento e garanta que ele continue compilando.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 — Trabalhos acadêmicos —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LEHMAN, Philipp; KIME, Philip. The etoolbox package. CTAN, 2020.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WRIGHT, Joseph et al. LaTeX2e for class and package writers. The LaTeX3 Project, 2022.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15: Engenharia de Metadados: Estrutura de metadados.sty, Escopo e Flexão de Gênero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https://www.phrandrade.com/pt-br/resource/latex/aula-15-engenharia-do-arquivo-de-metadados-sty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