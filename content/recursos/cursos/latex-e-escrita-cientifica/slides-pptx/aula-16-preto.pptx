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6-desenvolvimento-de-pacotes-e-macros-sty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16: Desenvolvimento de Pacotes .sty - Programação TeX e Macros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Introdução à Programação TeX e Arquivos `.sty`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Estrutura Básica de um Arquivo `.sty`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Definição Avançada de Comandos (\newcommand vs \DeclareDocumentCommand)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Ambientes e Teoremas (Pacote amsthm)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 (Use Case): O Pacote `macros.sty` do Prof. Pedro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Diagrama de Inclusão de Pacotes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Introdução à Programação TeX e Arquivos `.sty`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LaTeX é não apenas um sistema de formatação de documentos, mas uma linguagem de programação turing-completa, construída sobre o motor do TeX. A verdadeira potência do LaTeX para trabalhos acadêmicos de longa duração (como teses e dissertações) emerge quando paramos de copiar e colar preâmbulos gigantescos e passamos a modularizar nosso código em pacotes estritamente lógicos, ou seja, arquivos `.sty` (Style Files).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Nesta aula, aprenderemos a separar o conteúdo (arquivos `.tex`) da formatação e da definição de comandos (arquivos `.sty`), através do desenvolvimento de pacotes personalizados de macros, ambientes, teoremas e ferramentas de produtividade. Esta abordagem não apenas facilita a legibilidade do documento principal, mas também assegura consistência visual e semântica ao longo de todo o texto, requisito basilar nas diretrizes da ABNT.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A Necessidade de Modularização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Ao iniciar a escrita de uma dissertação, é comum que o arquivo `main.tex` inicie com dezenas de linhas de `\usepackage{...}` e `\newcommand{...}`. Com o avanço do trabalho, esse preâmbulo tende a crescer e se tornar incontrolável.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solução elegante, e recomendada em engenharia de documentos, é criar um arquivo próprio, por exemplo, `macros.sty`.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Estrutura Básica de um Arquivo `.sty`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anatomia de um arquivo `.sty` requer alguns comandos fundamentais para que o LaTeX o reconheça como um pacote legítimo.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Arquivo: macros.sty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Autor: Pedro Henrique Rocha de Andrade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Descrição: Pacote customizado de macros e teoremas para teses.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Definição Avançada de Comandos (\newcommand vs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Historicamente, utilizamos `\newcommand` para criar atalhos: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\newcommand{\vetor}[1]{\mathbf{#1}}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Entretanto, o LaTeX3 (via pacote `xparse`, hoje nativo no LaTeX moderno) introduziu `\DeclareDocumentCommand`, que provê uma sintaxe infinitamente superior para definição de comandos com múltiplos argumentos opcionais e validação de tipos.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\RequirePackage{xparse}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Comando com 1 argumento opcional (O) com valor padrão "blue", e 1 obrigatório (m)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Ambientes e Teoremas (Pacote amsthm)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 redação acadêmica (especialmente exatas e engenharias), a formatação de Definições, Teoremas e Provas precisa seguir uma sequência lógica e numeração dependente do capítulo (Ex: Teorema 2.1).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pacote `amsthm` é o padrão ouro. Em nosso `macros.sty`: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\RequirePackage{amsthm}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Estilo de Teorema em Itálico (Padrão)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\theoremstyle{plain}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 (Use Case): O Pacote `macros.sty...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Durante a escrita de artigos no Instituto Federal Fluminense, a necessidade de padronização gerou o seguinte módulo prático, focado na produtividade: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Situação: O autor perdia muito tempo digitando frações parciais complexas, destacando textos para revisão e inserindo figuras com código repetitivo.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Solução (`macros.sty`):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\ProvidesPackage{macros}[2026/08/04 Ferramentas IFF]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Diagrama de Inclusão de Pacotes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Abaixo, a representação de como a modularização de `.sty` limpa o fluxo de compilação.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A[main.tex] --&gt; B[ifftese.cls]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 C[macros.sty]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--&gt; D[amsmath]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 arquivo chamado `meupacote.sty`.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Adicione os cabeçalhos obrigatórios (`\NeedsTeXFormat` e `\ProvidesPackage`).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Declare um comando chamado `\abntref` usando `\DeclareDocumentCommand` que aceite o nome de um autor e um ano, formatando o texto como "(AUTOR, ANO)", por exemplo: "(SILVA, 2026)".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Faça com que o pacote receba a opção `[rascunho]` que imprime uma marca d'água no fundo das páginas (utilize `\RequirePackage{draftwatermark}`).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5. No seu documento `teste.tex`, importe `\usepackage[rascunho]{meupacote}` e teste suas macros.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LAMPORT, Leslie. LaTeX: A Document Preparation System. 2. ed. Reading, Mass: Addison-Wesley Professional, 1994.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MITTELBACH, Frank et al. The LaTeX Companion. 2. ed. Boston: Addison-Wesley, 2004.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WRIGHT, Joseph. xparse: A document command parser. The LaTeX Project,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16: Desenvolvimento de Pacotes .sty - Programação TeX e Macros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https://www.phrandrade.com/pt-br/resource/latex/aula-16-desenvolvimento-de-pacotes-e-macros-sty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