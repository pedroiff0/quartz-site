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3-modularizacao-multi-arquivo-e-biblatex-biber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3-modularizacao-multi-arquivo-e-biblatex-biber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Engenharia de Projetos: Modularização de Documentos Extensos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 Evolução da Gestão Bibliográfica: Do BibTeX ao Biber/BibLaTeX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Estudo de Caso: Colaboração em Grupo via Overleaf / Git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do Pipeline de Compilação Bibliográfica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Engenharia de Projetos: Modularização de Docume...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Teses e dissertações facilmente ultrapassam 100 páginas e centenas de milhares de toques. Manter todo o conteúdo em um único arquivo `main.tex` é uma prática anti-padrão que prejudica o controle de versão (Git), dificulta a depuração e sobrecarrega o editor de texto. O LaTeX provê os comandos `\input` e `\include` para realizar a subdivisão da árvore de arquivos.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Diferença entre `\input` e `\include`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`\input{arquivo}`: Funciona como um simples copy and paste literal no momento da compilação. Não força quebras de página. Ideal para incluir sub-arquivos de código, pequenos blocos, ou separar o preâmbulo do corpo principal. Ex: `\input{preambulo.tex}`.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`\include{arquivo}`: Possui lógica interna. Insere automaticamente uma quebra de página (`\clearpage`) antes e depois do arquivo incluído. Gera arquivos `.aux` individuais, permitindo a recompilação seletiva usando `\includeonly{cap1, cap2}`. Ideal para capítulos inteiros de um trabalho acadêmico. Ex: `\include{capitulos/1-introducao}`.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Estrutura recomendada de diretórios: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 Evolução da Gestão Bibliográfica: Do BibTeX 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Historicamente, o LaTeX geria referências utilizando o motor BibTeX (desenvolvido na década de 1980) emparelhado com arquivos de estilo `.bst`. Este sistema é altamente inflexível, sofre com problemas de codificação não-ASCII (acentuação brasileira) e possui um limite fixo de alocação de memória para as matrizes de processamento de texto.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A Modernização com `biblatex` e `biber`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`biblatex` reescreveu todo o sistema de processamento bibliográfico, trazendo a formatação das referências para o ambiente de macros do próprio LaTeX. Seu motor de backend, o `biber` (escrito em Perl), lida de forma nativa e perfeita com codificações Unicode/UTF-8 e possibilita ordenações complexas e multilinguagem.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2.2 O Padrão `biblatex-abnt`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o contexto da pós-graduação no Brasil (normas NBR 6023:2018 para formato da referência e NBR 10520:2023 para sistema de chamada autor-data), o uso do estilo `biblatex-abnt` é mandatório nos novos templates contemporâneos.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Estudo de Caso: Colaboração em Grupo via Overle...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Uma equipe de pesquisadores do IFF precisava compor um relatório técnico extenso. A ausência de modularização gerava conflitos de merge frequentes no controle de versão Git. A aplicação do método de modularização isolou cada pesquisador em um arquivo `capitulo-x.tex` distinto, invocado via `\include`. Paralelamente, migraram do motor obsoleto `abntex2cite` (baseado no antigo BibTeX) para o moderno `biblatex-abnt`, o que extinguiu subitamente os erros grotescos de compilação em sobrenomes franceses e alemães cheios de tremas e diacríticos.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do Pipeline de Compilação Bibliográfic...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sequenceDiagram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TEX as Motor TeX (pdflatex/lualatex)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BCF as Arquivo de Controle (.bcf)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Biber as Biber (Backend)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participant BIB as Base de Dados (.bib)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Separe um documento LaTeX existente em pelo menos três arquivos: um `main.tex`, um arquivo de capítulo na pasta `secoes/` e um preâmbulo.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Integre-os utilizando o comando `\input` (para configurações) e `\include` (para texto).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Crie um arquivo `bibliografia.bib` com 2 entradas (um `article` e um `book`).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Configure o pacote `biblatex` com backend `biber` e estilo `abnt`.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5. Insira duas citações ao longo do texto usando `\parencite` e compile (a sequência correta é: LaTeX -&gt; Biber -&gt; LaTeX -&gt; LaTeX).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ALMEIDA, Daniel. biblatex-abnt: Estilos bibliográficos ABNT para biblatex. CTAN, 2023.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6023: Informação e documentação — Referências —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10520: Informação e documentação — Citações em documentos — Apresentação. Rio de Janeiro: ABNT, 2023.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13: Modularização Multi-arquivo e Gestão Bibliográfica com biblatex-biber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https://www.phrandrade.com/pt-br/resource/latex/aula-13-modularizacao-multi-arquivo-e-biblatex-biber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