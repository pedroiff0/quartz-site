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hyperlink" Target="https://www.phrandrade.com" TargetMode="External"/><Relationship Id="rId5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vivid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D4AF37"/>
                </a:solidFill>
                <a:latin typeface="Arial"/>
              </a:defRPr>
            </a:pPr>
            <a:r>
              <a:t>Reconciliação Química no Disco Galáctico</a:t>
            </a:r>
          </a:p>
          <a:p>
            <a:pPr>
              <a:spcBef>
                <a:spcPts val="1400"/>
              </a:spcBef>
              <a:defRPr sz="1800">
                <a:solidFill>
                  <a:srgbClr val="E0E6ED"/>
                </a:solidFill>
                <a:latin typeface="Arial"/>
              </a:defRPr>
            </a:pPr>
            <a:r>
              <a:t>Abundâncias Estelares de Anãs M e Estrelas FGK face à Evolução Química Galáctica (GCE)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0E6ED"/>
                </a:solidFill>
                <a:latin typeface="Arial"/>
              </a:defRPr>
            </a:pPr>
            <a:r>
              <a:t>Apresentador: Pedro H. R. de Andrade</a:t>
            </a:r>
          </a:p>
          <a:p>
            <a:pPr>
              <a:defRPr sz="1400">
                <a:solidFill>
                  <a:srgbClr val="D4AF37"/>
                </a:solidFill>
                <a:latin typeface="Arial"/>
              </a:defRPr>
            </a:pPr>
            <a:r>
              <a:t>Contato: pedroiff0@gmail.com</a:t>
            </a:r>
          </a:p>
          <a:p>
            <a:pPr>
              <a:spcBef>
                <a:spcPts val="1000"/>
              </a:spcBef>
              <a:defRPr sz="1200">
                <a:solidFill>
                  <a:srgbClr val="E0E6ED"/>
                </a:solidFill>
                <a:latin typeface="Arial"/>
              </a:defRPr>
            </a:pPr>
            <a:r>
              <a:t>Artigo: Reconciliation of M Dwarf and FGK Stellar Abundances with Galactic Chemical Evolution (ApJ, 2026)</a:t>
            </a:r>
            <a:br/>
            <a:r>
              <a:t>Autores: T. C. L. Trueman, H. S. Wang, S. J. Mojzsis, D. Turrini, K. Heng, M. Pignatari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E0E6ED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E0E6ED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E0E6ED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E0E6ED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E0E6ED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E0E6ED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D4AF37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D4AF37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E0E6ED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D4AF37"/>
                </a:solidFill>
                <a:latin typeface="Arial"/>
              </a:rPr>
              <a:t>Questão-Chave: </a:t>
            </a:r>
            <a:r>
              <a:rPr sz="1400">
                <a:solidFill>
                  <a:srgbClr val="E0E6ED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E0E6ED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Bandas de TiO: </a:t>
            </a:r>
            <a:r>
              <a:rPr sz="1400">
                <a:solidFill>
                  <a:srgbClr val="E0E6ED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Vieses de 1D LTE: </a:t>
            </a:r>
            <a:r>
              <a:rPr sz="1400">
                <a:solidFill>
                  <a:srgbClr val="E0E6ED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E0E6ED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3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E0E6ED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Homogeneidade: </a:t>
            </a:r>
            <a:r>
              <a:rPr sz="1400">
                <a:solidFill>
                  <a:srgbClr val="E0E6ED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E0E6ED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E0E6ED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4AF37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4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Código OMEGA+: </a:t>
            </a:r>
            <a:r>
              <a:rPr sz="1400">
                <a:solidFill>
                  <a:srgbClr val="E0E6ED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E0E6ED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E0E6ED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E0E6ED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5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E0E6ED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E0E6ED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4AF37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6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E0E6ED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E0E6ED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E0E6ED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E0E6ED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7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E0E6ED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E0E6ED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Parâmetro Ariel: </a:t>
            </a:r>
            <a:r>
              <a:rPr sz="1400">
                <a:solidFill>
                  <a:srgbClr val="E0E6ED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E0E6ED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8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E0E6ED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E0E6ED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E0E6ED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9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E0E6ED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E0E6ED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F37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10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D4AF37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E0E6ED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D4AF37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E0E6ED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D4AF37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E0E6ED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D4AF37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E0E6ED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D4AF37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E0E6ED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D4AF37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E0E6ED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vivid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D4AF37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D4AF37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5" name="Picture 4" descr="cosmic_qrcode_transparente_br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D4AF37"/>
                </a:solidFill>
                <a:latin typeface="Arial"/>
                <a:hlinkClick r:id="rId4"/>
              </a:rPr>
              <a:t>www.phrandrade.com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5"/>
              </a:rPr>
              <a:t>Pedro H. R.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0" name="TextBox 9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4AF37"/>
      </a:hlink>
      <a:folHlink>
        <a:srgbClr val="D4AF3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