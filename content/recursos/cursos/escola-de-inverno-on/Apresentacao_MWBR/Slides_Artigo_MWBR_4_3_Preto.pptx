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" TargetMode="External"/><Relationship Id="rId5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53" y="457200"/>
            <a:ext cx="23164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53" y="1645920"/>
            <a:ext cx="80466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D4AF37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E0E6ED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4389120"/>
            <a:ext cx="80466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6ED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D4AF37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92608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556" y="1737360"/>
            <a:ext cx="3909157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D4AF37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4AF37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4AF37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D4AF37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D4AF37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5" name="Picture 4" descr="cosmic_qrcode_transparente_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D4AF37"/>
                </a:solidFill>
                <a:latin typeface="Arial"/>
                <a:hlinkClick r:id="rId4"/>
              </a:rPr>
              <a:t>www.phrandrade.com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5"/>
              </a:rPr>
              <a:t>Pedro H. R.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0" name="TextBox 9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4AF37"/>
      </a:hlink>
      <a:folHlink>
        <a:srgbClr val="D4AF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