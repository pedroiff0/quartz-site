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53" y="1645920"/>
            <a:ext cx="804669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0923F"/>
                </a:solidFill>
                <a:latin typeface="Arial"/>
              </a:defRPr>
            </a:pPr>
            <a:r>
              <a:t>Reconciliação Química no Disco Galáctico</a:t>
            </a:r>
          </a:p>
          <a:p>
            <a:pPr>
              <a:spcBef>
                <a:spcPts val="1400"/>
              </a:spcBef>
              <a:defRPr sz="1800">
                <a:solidFill>
                  <a:srgbClr val="E0E6ED"/>
                </a:solidFill>
                <a:latin typeface="Arial"/>
              </a:defRPr>
            </a:pPr>
            <a:r>
              <a:t>Abundâncias Estelares de Anãs M e Estrelas FGK face à Evolução Química Galáctica (GCE)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53" y="4389120"/>
            <a:ext cx="80466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0E6ED"/>
                </a:solidFill>
                <a:latin typeface="Arial"/>
              </a:defRPr>
            </a:pPr>
            <a:r>
              <a:t>Apresentador: Pedro H. R. de Andrade</a:t>
            </a:r>
          </a:p>
          <a:p>
            <a:pPr>
              <a:defRPr sz="1400">
                <a:solidFill>
                  <a:srgbClr val="00923F"/>
                </a:solidFill>
                <a:latin typeface="Arial"/>
              </a:defRPr>
            </a:pPr>
            <a:r>
              <a:t>Contato: pedroiff0@gmail.com</a:t>
            </a:r>
          </a:p>
          <a:p>
            <a:pPr>
              <a:spcBef>
                <a:spcPts val="1000"/>
              </a:spcBef>
              <a:defRPr sz="1200">
                <a:solidFill>
                  <a:srgbClr val="E0E6ED"/>
                </a:solidFill>
                <a:latin typeface="Arial"/>
              </a:defRPr>
            </a:pPr>
            <a:r>
              <a:t>Artigo: Reconciliation of M Dwarf and FGK Stellar Abundances with Galactic Chemical Evolution (ApJ, 2026)</a:t>
            </a:r>
            <a:br/>
            <a:r>
              <a:t>Autores: T. C. L. Trueman, H. S. Wang, S. J. Mojzsis, D. Turrini, K. Heng, M. Pignatari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E0E6ED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4231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E0E6ED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1089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E0E6ED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37947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44805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E0E6ED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53" y="51663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E0E6ED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384057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E0E6ED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926080"/>
            <a:ext cx="384057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4114800"/>
            <a:ext cx="384057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556" y="1737360"/>
            <a:ext cx="3909157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E0E6ED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E0E6ED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E0E6ED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E0E6ED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E0E6ED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E0E6ED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6035040"/>
            <a:ext cx="804669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3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E0E6ED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E0E6ED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E0E6ED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E0E6ED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6035040"/>
            <a:ext cx="804669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720" y="1737360"/>
            <a:ext cx="3771994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4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E0E6ED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E0E6ED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E0E6ED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E0E6ED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6035040"/>
            <a:ext cx="804669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5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E0E6ED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39777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E0E6ED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720" y="1737360"/>
            <a:ext cx="3771994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6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E0E6ED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E0E6ED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E0E6ED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E0E6ED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7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E0E6ED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E0E6ED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E0E6ED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E0E6ED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6035040"/>
            <a:ext cx="804669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8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E0E6ED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E0E6ED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E0E6ED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9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E0E6ED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69748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65760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E0E6ED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4617720"/>
            <a:ext cx="80466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10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53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395" y="182880"/>
            <a:ext cx="342908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53" y="777240"/>
            <a:ext cx="804669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53" y="17373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E0E6ED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53" y="24231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E0E6ED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53" y="31089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E0E6ED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53" y="37947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E0E6ED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53" y="44805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E0E6ED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53" y="5166360"/>
            <a:ext cx="80466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E0E6ED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91440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53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7457" y="6620256"/>
            <a:ext cx="342908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5669212" y="6620256"/>
            <a:ext cx="27432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