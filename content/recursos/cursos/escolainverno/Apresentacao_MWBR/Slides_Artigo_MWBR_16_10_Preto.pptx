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09728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hyperlink" Target="https://www.phrandrade.com" TargetMode="External"/><Relationship Id="rId5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vivid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6858000"/>
          </a:xfrm>
          <a:prstGeom prst="rect">
            <a:avLst/>
          </a:prstGeom>
        </p:spPr>
      </p:pic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84" y="457200"/>
            <a:ext cx="23164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84" y="1645920"/>
            <a:ext cx="9656031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D4AF37"/>
                </a:solidFill>
                <a:latin typeface="Arial"/>
              </a:defRPr>
            </a:pPr>
            <a:r>
              <a:t>Reconciliação Química no Disco Galáctico</a:t>
            </a:r>
          </a:p>
          <a:p>
            <a:pPr>
              <a:spcBef>
                <a:spcPts val="1400"/>
              </a:spcBef>
              <a:defRPr sz="1800">
                <a:solidFill>
                  <a:srgbClr val="E0E6ED"/>
                </a:solidFill>
                <a:latin typeface="Arial"/>
              </a:defRPr>
            </a:pPr>
            <a:r>
              <a:t>Abundâncias Estelares de Anãs M e Estrelas FGK face à Evolução Química Galáctica (GCE)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4389120"/>
            <a:ext cx="9656031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0E6ED"/>
                </a:solidFill>
                <a:latin typeface="Arial"/>
              </a:defRPr>
            </a:pPr>
            <a:r>
              <a:t>Apresentador: Pedro H. R. de Andrade</a:t>
            </a:r>
          </a:p>
          <a:p>
            <a:pPr>
              <a:defRPr sz="1400">
                <a:solidFill>
                  <a:srgbClr val="D4AF37"/>
                </a:solidFill>
                <a:latin typeface="Arial"/>
              </a:defRPr>
            </a:pPr>
            <a:r>
              <a:t>Contato: pedroiff0@gmail.com</a:t>
            </a:r>
          </a:p>
          <a:p>
            <a:pPr>
              <a:spcBef>
                <a:spcPts val="1000"/>
              </a:spcBef>
              <a:defRPr sz="1200">
                <a:solidFill>
                  <a:srgbClr val="E0E6ED"/>
                </a:solidFill>
                <a:latin typeface="Arial"/>
              </a:defRPr>
            </a:pPr>
            <a:r>
              <a:t>Artigo: Reconciliation of M Dwarf and FGK Stellar Abundances with Galactic Chemical Evolution (ApJ, 2026)</a:t>
            </a:r>
            <a:br/>
            <a:r>
              <a:t>Autores: T. C. L. Trueman, H. S. Wang, S. J. Mojzsis, D. Turrini, K. Heng, M. Pignatari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4231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1089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37947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44805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84" y="51663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4608691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926080"/>
            <a:ext cx="4608691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4114800"/>
            <a:ext cx="4608691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6267" y="1737360"/>
            <a:ext cx="4690989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D4AF37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D4AF37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D4AF37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6035040"/>
            <a:ext cx="9656031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6035040"/>
            <a:ext cx="9656031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864" y="1737360"/>
            <a:ext cx="4526393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4AF37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6035040"/>
            <a:ext cx="9656031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864" y="1737360"/>
            <a:ext cx="4526393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4AF37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6035040"/>
            <a:ext cx="9656031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D4AF37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4231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D4AF37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1089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D4AF37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37947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D4AF37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44805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D4AF37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84" y="51663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D4AF37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vivid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D4AF37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D4AF37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5" name="Picture 4" descr="cosmic_qrcode_transparente_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D4AF37"/>
                </a:solidFill>
                <a:latin typeface="Arial"/>
                <a:hlinkClick r:id="rId4"/>
              </a:rPr>
              <a:t>www.phrandrade.com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5"/>
              </a:rPr>
              <a:t>Pedro H. R.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0" name="TextBox 9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"/>
            <a:ext cx="10972800" cy="6172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4AF37"/>
      </a:hlink>
      <a:folHlink>
        <a:srgbClr val="D4AF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