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02-objetivos-taxonomia-de-bloom-e-justificativa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02: Objetivos, Taxonomia de Bloom e Justificativa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A Arquitetura Lógica dos Objetivos na Pesquisa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A Precisão Lexical: A Taxonomia Revisada de Bloom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A Justificativa: Defendendo a Pertinência da Pesquisa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Diagrama: O Alinhamento Estratégico Teleológico (Mermaid)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Estudo de Caso (Use Case Real e Detalhado)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Exercício Prático Estruturado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A Arquitetura Lógica dos Objetivos na Pesquisa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Uma vez consolidada a pergunta de pesquisa e as hipóteses norteadoras, o autor necessita de uma bússola inequívoca da direção exata da ação interventora do estudo. Esta direção materializa-se nos objetivos da pesquisa acadêmica. Sem eles, o delineamento metodológico perde ancoragem, resultando invariavelmente em investigações perdidas e desfocadas. Os objetivos definem categoricamente "o que", "com que fim" e "qual o escopo" do labor científico prolatado.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estrutura é dicotômica na tradição metodológica: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Objetivo Geral: Trata-se da enunciação macro da finalidade máxima do estudo, uma resposta projetada e assertiva que guarda correlação direta e biunívoca com o problema de pesquisa.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Objetivos Específicos: Representam o desdobramento microanalítico do Objetivo Geral. São metas intermediárias, parciais e cumulativas, organizadas frequentemente em sequência cronológica e de complexidade analítica ascendente, as quais, somadas integralmente, propiciam e garantem o atingimento do alvo principal. Não se configuram como o detalhamento raso das metodologias — diferencie categoricamente um objetivo (meta finalística) de uma técnica metodológica (meio de alcance).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A Precisão Lexical: A Taxonomia Revisada de Blo...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Para redigir objetivos com a inexorável clareza reclamada pelo rigor científico e educacional, o uso do senso comum na escolha vocabular é proscrito. É mandatório o amparo na Taxonomia de Bloom, uma estrutura de classificação hierárquica robusta de objetivos educacionais e cognitivos em domínios de aprendizagem e ação analítica.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Na redação de dissertações e teses (que demandam, por força de lei acadêmica, níveis de originalidade, avaliação e criação substanciais), os verbos escolhidos no infinitivo devem se situar invariavelmente nos extratos superiores da hierarquia cognitiva ou no domínio analítico estrito.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Vetado Uso de Verbos Ambíguos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subjetividade cognitiva dificulta brutalmente a validação de um projeto por uma banca examinadora. Sob nenhuma circunstância utilize verbos cuja aferição empírica seja turva ou inatingível objetivamente: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EVITE VEEMENTEMENTE: _Compreender, saber, entender, conhecer, apreciar, internalizar, estar consciente, aprofundar, captar_.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A Justificativa: Defendendo a Pertinência da Pe...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Após delinear a engenharia do que se vai fazer, é vital provar à comunidade científica — e notadamente às agências de fomento (CAPES, CNPq, FAPERJ) — por que esse esforço demanda financiamento, alocação de tempo institucional e recursos do programa de pós-graduação. Esta é a função precípua da Justificativa.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Justificativa atua essencialmente como uma ferramenta de convencimento retórico assentado em evidências, operando em múltiplas camadas fundamentais: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Justificativa Técnico-Acadêmica: Qual a magnitude da contribuição direta desta obra para o avanço no estado da arte da disciplina? Há alguma lacuna teórica flagrante (research gap) que está sendo suprida de maneira inovadora por essa pesquisa em específico?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Justificativa de Aplicabilidade / Social: Onde se verificam os reflexos utilitaristas, sociais ou práticos dos achados resultantes do escopo delimitado da pesquisa? Em uma instituição de pendor tecnológico como a rede dos Institutos Federais, o peso do impacto tangencial voltado ao mundo do trabalho ou ao aprimoramento processual local ganha centralidade ímpar.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Justificativa Metodológica (quando aplicável): Argumentação da validade em utilizar uma abordagem de investigação inédita para tratar problemas clássicos na seara do conhecimento.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Diagrama: O Alinhamento Estratégico Teleológico...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flowchart TD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P[Problema de Pesquisa Delimitado e Falsificável] --&gt; OG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OG((Objetivo Geral: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Desenvolver arquitetura inovadora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de processamento...))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Estudo de Caso (Use Case Real e Detalhado)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Problema de Contexto: A não padronização sistemática e as barreiras técnicas de aprendizagem na diagramação de documentos acadêmicos da pós-graduação institucional acarretam, historicamente, um desgaste imenso (horas de retrabalho manual) e altos índices reprobatórios por parte da comissão de validação de formatação de teses do IFF, dadas as severas não conformidades para com as disposições da Associação Brasileira de Normas Técnicas.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Objetivo Geral da Pesquisa Subjacente: "Projetar e validar exaustivamente uma classe documental LaTeX (pacote macro ifftese) estritamente aderente ao regramento da ABNT NBR 14724, com vistas a automatizar maciçamente as parametrizações bibliográficas, pré-textuais e de estilo estrutural no âmbito dos programas de Pós-Graduação."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Objetivos Específicos Alinhados: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Mapear sistematicamente as exigências e os requisitos técnicos imperativos da normatização ABNT NBR 14724, alinhando-as com o manual interno de normatização para trabalhos acadêmicos institucionais (Conhecimento/Compreensão e Análise, na Taxonomia de Bloom).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Codificar, testar rigorosamente e integrar rotinas em linguagem TeX/LaTeX (subjacentes ao projeto comunitário abnTeX2), consolidando macros parametrizáveis robustas voltadas à interface de entrada de dados discentes (Síntese e Aplicação).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Exercício Prático Estruturado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Instruções baseadas nos pilares ensinados (35 minutos de atividade individual):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A partir do problema de pesquisa e hipóteses rascunhados na Aula 01, estabeleça por escrito, de maneira clara e inconfundível, um Objetivo Geral.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Construa pelo menos três (03) Objetivos Específicos, garantindo imperativamente que cada um dos verbos de ação selecionados advenha de estratos distintos e sucessivos, consultando formalmente a listagem recomendada da Taxonomia Revisada de Bloom.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Elabore um parágrafo que consolide, de forma clara, o núcleo da sua Justificativa Técnica (o impacto de inovação) visando defender sua pesquisa num comitê de ética ou para o seu orientador direto.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7. Referências Bibliográficas (Formato ABNT)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BLOOM, B. S. et al. Taxonomia de objetivos educacionais: domínio cognitivo. Porto Alegre: Globo, 1973.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CRESWELL, J. W. Projeto de Pesquisa: Métodos Qualitativo, Quantitativo e Misto. 3. ed. Porto Alegre: Artmed, 2010.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LORENZATO, S. O laboratório de ensino de matemática na formação de professores. Campinas: Autores Associados, 2006. (Exemplo de aprofundamento taxonômico).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MARCONI, M. de A.; LAKATOS, E. M. Fundamentos de metodologia científica. 8. ed. São Paulo: Atlas, 2017.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02: Objetivos, Taxonomia de Bloom e Justificativa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58187C"/>
                </a:solidFill>
              </a:rPr>
              <p:t>10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https://www.phrandrade.com/pt-br/resource/latex/aula-02-objetivos-taxonomia-de-bloom-e-justificativa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