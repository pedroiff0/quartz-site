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4-elementos-pre-textuais-nbr-14724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4-elementos-pre-textuais-nbr-14724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04: Elementos Pré-Textuais NBR 14724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A Estrutura Macro do Documento (A Vigência da NBR 14724)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Diagramação Estrutural Lógica Cronológica: Sequenciamento Ordenado de Elementos Subsequentes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O Desafio e Triunfo na Implementação Programática Automatizada via Ambiente TeX e Macro LaTeX Moderno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O Estudo de Caso Problemático: Regra Inexorável de Contagem vs Impressão Visual Numérica Arábica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Dinâmica de Exercício Prático Instrumental Aplicado de Revisão Tipográfica Parametrizada em Template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Referências Bibliográficas Fundacionais Correlacionadas Comentadas (Formato ABNT)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A Estrutura Macro do Documento (A Vigência da 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espinha dorsal morfológica que regula as dimensões arquiteturais de toda a confecção de trabalhos de cunho puramente acadêmico institucional no território brasileiro (o que engloba de forma impositiva e basilar as Teses, Dissertações, Monografias e os Trabalhos de Conclusão de Curso diversos) fundamenta-se invariavelmente nas amarras da norma principal ABNT NBR 14724 (em sua atualização consolidada em 2011).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Este documento-base seccionou radicalmente e determinou taxativamente a composição topográfica do texto-final em três dimensões modulares fixas em ordem de aparecimento: os Elementos Pré-Textuais (o introito cerimonial e informacional), os Elementos Textuais (o bojo intelectual central, da introdução basilar à conclusão do raciocínio da tese), e os Elementos Pós-Textuais (a ancoragem probatória documental com referências, anexos e apêndices cabíveis). O foco imersivo desta referida aula concentrar-se-á, com profundidade hermenêutica exaustiva e pormenorizada, exclusivamente nos meandros e regulamentações rigorosas pertinentes aos componentes pré-textuais da citada regulação.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Os Elementos Pré-Textuais Imperativos (Obrigatórios por Força Normativa)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Qualquer entrega acadêmica formal submetida desprovida deste sequenciamento inquebrável, com omissões propositais nos elementos fixos de apresentação, resultará categoricamente no indeferimento imediato e liminar do depósito da mesma no acervo da biblioteca e não logrará chancela validatória da secretaria dos colegiados pertinentes: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Capa (Frontispício Externo): Configura-se pela barreira material primária ou face digital protetiva identificadora da obra. Comporta, de forma obrigatória estrita, os dados nominais da entidade financiadora e da academia onde atua o pesquisador, o nome completo de registro do discente, o título denso descritivo referendando fidedignamente o trabalho (com subtítulo, quando aplicável de modo inarredável), cidade de assento e sustentação perante banca avaliadora, e no fechamento o ano da emissão efetiva perante as secretarias e órgãos competentes.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Diagramação Estrutural Lógica Cronológica: Sequ...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sequenceDiagram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participant C as Capa Ext.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participant FR as Folha de Rosto e Aprovação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participant O as Elementos Festivos Pessoais Específicos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participant R as Os Resumos e Listas Técnicas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O Desafio e Triunfo na Implementação Programáti...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tentativa persistente e hercúlea do processo penoso de elaboração manual e balizamento da margem estruturada destes densos elementos por vezes idiossincráticos revelaria inequivocamente um trabalho brutalmente moroso, penoso e sujeito ao fracasso tipográfico em processadores de edição estrita visual. Por tal aspecto e prisma analítico, impera gloriosamente a racionalidade pragmática por trás do uso contínuo de matrizes estruturais em linguagem compilada, de excelência global conhecida. A implementação contínua e adoção exaustiva do excelente e proeminente projeto livre integrador `abnTeX2` e das diretrizes e macros internas estritamente elaboradas e cristalizadas num pacote institucional consolidado (`ifftese.cls` e correlatos de formatação pátria), automatiza irrestritamente a geração paramétrica destas folhas exóticas e complexas. Todo este labor converte-se graciosamente na simples manipulação de variáveis primárias declaradas liminarmente na compilação do preâmbulo LaTeX do software ou script invocado, resultando assim em blocos de geração instanciada tais como a famosa diretriz `\imprimircapa`, a evocada `\imprimirfolhaderosto`, ou englobando o escopo estético no ambiente estrito regrado de um `_x0008_egin{agradecimentos}`.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O Estudo de Caso Problemático: Regra Inexorável...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Mapeamento de Patologia de Formatação Institucional em Alta Reincidência: Ao realizar análise rigorosa por intermédio das equipes das bibliotecas nas defesas passadas (na fase do arquivo consolidado .pdf protocolar), observou-se rotineiramente um passivo gritante onde um quarto alarmante do corpo discente fracassou redondamente em observar as excentricidades sobre a contabilização algarítmica na marcação das numerações inseridas visualmente no canto do papel (seja ele A4, no escopo das margens delimitadas e balizadas da NBR).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Solução Regulamentada Explícita imposta por NBR 14724: Determina-se, de modo irrefutável e indiscutível aos moldes estritos, a regra em que: Todas as laudas constituintes que perfazem e consagram a massa do volume dos elementos pré-textuais — com ressalva notória em relação estrita e tão somente à capa visual do arquivo final, que absolutamente não figura na lista e cômputo da folhação geral (devendo a folha de rosto portanto, invariavelmente encabeçar a numeração, configurando exaustivamente o início ou número equivalente correspondente à cifra basilar de um) — devem, categoricamente e obrigatoriamente, figurar na contagem sequenciada linear matemática interna, contudo e entretanto não se autoriza de maneira alguma e em hipótese remota nenhuma, que as mesmas exibam, em caráter visual físico grafado, qualquer indício da referida estampa algarítmica grafada.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numeração em formatação do numeral de arábico estampa-se, pela primeira ocasião visível e com inícios visuais gráficos (posicionados, por regra e balizamento à margem normatizadora, a exatos singelos e contados 2 centímetros das extremidades de delimitações e final de papel da folha visualizada numérica final de borda topográfica na extrema direita de canto superior), rigorosamente quando se ingressar, em definitivo e indissociavelmente, na página primária correspondente à Introdução da tese magna.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Dinâmica de Exercício Prático Instrumental Apli...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Consolidando conceitos vitais na parametrização algorítmica. Exame detido de código-fonte e compilação do output (.pdf):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Proceda, imbuído de extremo rigor, ao descarregamento da mais íntegra versão recente do respectivo template padronizado de modelo LaTeX institucional atual (`ifftese` em seu formato e pacote .zip ou acervo no _Overleaf_).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Invada o arquivo macro principal e verifique exaustivamente se a caixa de texto referente e correspondente à nota declaratória do objetivo da titulação e nomeação correta ostensiva e exata do tutor ou professor orientador designado e a entidade e matriz atende com plena observância matemática e visual ao parâmetro fixo que estipula formalmente recuo e restrição da margem divisória partindo ao centro geográfico preciso de visualização simétrica na extensão da página A4 utilizada.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Execute laboriosamente o carregamento de uma simulação do projeto compondo os ambientes prévios densos de sumário de figuras de imagem e tabela, e averigue empiricamente no seu documento-alvo e teste-final PDF gerado pela plataforma qual é verdadeiramente o instante primário irrefutável real da exibição do aparecimento gráfico correspondente aos números que orientarão sua lauda do corpo textual inicial.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Referências Bibliográficas Fundacionais Correla...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04: Elementos Pré-Textuais NBR 14724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14724: Informação e documentação - Trabalhos acadêmicos - Apresentação. Rio de Janeiro: ABNT, 2011. (A bíblia principal do enquadramento do diploma acadêmico superior estrito).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6027: Informação e documentação - Sumário - Apresentação. Rio de Janeiro: ABNT, 2012.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INSTITUTO BRASILEIRO DE GEOGRAFIA E ESTATÍSTICA (IBGE). Normas de apresentação tabular. 3. ed. Rio de Janeiro: IBGE, 1993. (Documento secular que norteia e impõe restrições a todos elementos e desenhos vetoriais baseados com fechamentos verticais de quadros de grades comparados às tabelas sem fronteiras na esquerda e à direta das abas).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04: Elementos Pré-Textuais NBR 14724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https://www.phrandrade.com/pt-br/resource/latex/aula-04-elementos-pre-textuais-nbr-14724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