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1-arquitetura-latex-motores-tex-e-preambulo-tex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Introdução à Arquitetura do Sistema TeX e LaTeX2e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Estrutura Profunda do Preâmbulo `.tex`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Estudo de Caso: Migração de PDFLaTeX para LuaLaTeX em uma Tese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 de Arquitetura dos Motores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Exercício Prático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Referências Bibliográficas (NBR 6023:2018)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Introdução à Arquitetura do Sistema TeX e LaTeX...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sistema TeX, criado por Donald Knuth no final da década de 1970, representa um marco na editoração eletrônica e na tipografia digital. Sua arquitetura foi concebida com o rigor matemático necessário para garantir a estabilidade do layout de documentos ao longo de décadas. O LaTeX, concebido inicialmente por Leslie Lamport como um conjunto de macros para simplificar o uso do TeX, evoluiu para o padrão de fato na escrita acadêmica, culminando na versão LaTeX2e.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O Kernel LaTeX2e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kernel do LaTeX2e atua como a interface entre as primitivas de baixo nível do TeX (como manipulação de caixas, colas e penalidades - boxes, glue, and penalties) e a semântica abstrata desejada pelos autores (como seções, figuras e referências). A arquitetura modular do kernel permite a extensão através de pacotes (`.sty`) e classes (`.cls`).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processamento de um documento LaTeX segue um pipeline rigoroso: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Tokenização: Leitura do arquivo `.tex` em caracteres e macros.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Estrutura Profunda do Preâmbulo `.tex`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preâmbulo é a seção do documento LaTeX compreendida entre o `\documentclass` e o `\begin{document}`. Ele atua como o "cérebro" da configuração tipográfica. No contexto da escrita acadêmica e das normas ABNT (NBR 14724, NBR 6023, NBR 10520), o preâmbulo é vital para estabelecer as margens, fontes, espaçamentos entrelinhas e estilos bibliográficos.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Sintaxe de Invocação de Classe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declaração `\documentclass[opções]{classe}` não apenas inicia a leitura, mas carrega o arquivo `.cls` correspondente.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Exemplo de inicialização baseada em abntex2 ou ifftese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\documentclass[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Estudo de Caso: Migração de PDFLaTeX para LuaLa...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Prof. João, da Engenharia de Materiais, estava desenvolvendo sua tese em PDFLaTeX. Ele enfrentava problemas de lentidão extrema e erros de out of memory (TeX capacity exceeded) ao lidar com mais de 200 figuras em alta resolução e extensos blocos de código TikZ, além de dificuldades para incorporar uma fonte OpenType exigida pelo padrão visual da universidade.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intervenção requerida foi a alteração do motor para LuaLaTeX. O preâmbulo foi refatorado: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Remoção total de `\usepackage[utf8]{inputenc}` e `\usepackage[T1]{fontenc}`.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Inclusão de `\usepackage{fontspec}` e definição nativa da fonte.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Utilização da capacidade dinâmica de memória do LuaTeX para lidar com gráficos vetoriais imensos sem estourar registradores (save size ou main memory).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 de Arquitetura dos Motores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A[Arquivo Fonte .tex] --&gt;|Engine| B{Seletor de Motor}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--&gt;|pdfLaTeX| C[Compilação Clássica pdfTeX]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--&gt;|XeLaTeX| D[Integração Fontes OS xdv2pdf]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--&gt;|LuaLaTeX| E[Motor com Script Lua Embutido]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Objetivo: Criar um preâmbulo "à prova de balas" para LuaLaTeX compatível com as margens da NBR 14724.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Crie um arquivo `exercicio.tex`.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Utilize a classe `article` com `12pt` e `a4paper`.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Configure o pacote `geometry` para margens ABNT: Esquerda e Superior: 3cm, Direita e Inferior: 2cm.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Carregue o `fontspec` e configure a fonte 'Arial' (ou similar disponível no seu SO).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Referências Bibliográficas (NBR 6023:2018)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 — Trabalhos acadêmicos —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KNUTH, Donald E. The TeXbook. Reading, Massachusetts: Addison-Wesley, 1984.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LAMPORT, Leslie. LaTeX: A Document Preparation System. 2. ed. Reading, Massachusetts: Addison-Wesley, 1994.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MITTELBACH, Frank et al. The LaTeX Companion. 2. ed. Boston: Addison-Wesley, 2004.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https://www.phrandrade.com/pt-br/resource/latex/aula-11-arquitetura-latex-motores-tex-e-preambulo-tex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